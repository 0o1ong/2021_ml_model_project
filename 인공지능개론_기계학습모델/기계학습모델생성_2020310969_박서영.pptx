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3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267" autoAdjust="0"/>
    <p:restoredTop sz="94660"/>
  </p:normalViewPr>
  <p:slideViewPr>
    <p:cSldViewPr snapToGrid="0">
      <p:cViewPr varScale="1">
        <p:scale>
          <a:sx n="68" d="100"/>
          <a:sy n="68" d="100"/>
        </p:scale>
        <p:origin x="240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6B475-B792-4C62-8EF8-C449DAEA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E9948F-13D4-46A9-83C8-4191F9213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C58A4D-94F5-409D-898D-7D312E421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8866C7-7681-4D5F-A01C-9A1A718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D914C-54CC-4CB0-B31D-69CCDDA7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00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2573F-CCA9-4B7F-AB91-72F518EA5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2CB2C3-D65E-4E01-9518-1B03302A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47216-FA36-440F-B1A0-5AD4CE82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F00DF6-F53B-4839-97D8-FACA8C23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2D5999-A6D1-4E71-A009-A680F10E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CC01A-7D97-4B57-9FB2-78B726458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9D51C1-C80D-4B7D-BF14-DD7E53F59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7F75F0-4BE8-401B-942E-7D2E384D1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34C3E-F8CC-42E6-8477-E9214751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DA4BD6-B6EA-462E-8654-8FA3D681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037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D18FB-B7ED-425B-9FFE-98C96236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96FD2-54FB-4445-A668-3D32849223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BC3F07-D9EE-4545-8248-8C2DE8FA4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FBCC4E-E606-4985-9A75-F3045346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BB419E-D06E-468F-AA1F-A4C238E22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61C7E0-B3B9-40A5-A83E-8BC00A3E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13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3F4D-C535-4B5B-9DE8-370AA427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15096B-1CC7-4B9C-91A0-D9FB5B929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90D8F1-72C9-4DEF-A94A-125D6D5F1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37D5C7-5552-4070-98C5-82C49E56B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9E9D4A-2C02-4D80-8CC2-22A59717F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6763AA-A400-4B79-81FD-1AE41E11F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BE5174-399F-4B9D-B321-575D8E02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E799A8F-1A84-4D57-B4F9-65908575F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14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31E14-20DA-4F41-951B-0F8ADB5E1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041D6D-53BC-4AA1-B4FF-8BF812E42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FD13C9-0011-49AF-9B4B-2847DAD02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2C8C39-EB50-4828-8304-30E3ABB5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14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2FF2E5-A19B-4E99-B39C-22D23926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C0699F-E9CA-4AF6-AE2F-AE315ABD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A4824-A132-4D25-A4CC-CBAF7439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3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161BA-0C7D-4B73-B608-788DF18F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F33C0-8AD7-4359-B518-B28465165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9259E7-DB57-4A09-8E28-75FA3855F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BCCA73-F731-48E7-87EB-52EC3E78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A4199-03AE-4F47-88FA-B9C45968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5B14D1-5471-4F01-A583-87622C78D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459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05A47-09C3-4710-AEFE-1E173DE00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044B3B-965D-4624-BFB2-E00838EF8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0A35CB-500B-4170-AA39-D282AD272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2E24EE-86DA-4EB2-A3A5-8614145B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F7C8AB-22FC-43D0-90EE-B09F1C66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D41843-6754-46DF-8613-7A6103E00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02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F05A4-D2E5-41F9-B6E2-65AF902C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027855-1C8A-4B5F-BA6A-291DC5344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0B3DB-9289-4435-A50F-0F9F13E7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9F677-2F6A-4FEC-B650-F08F224A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5552BC-3550-4EA6-8C9F-6FBD30B16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21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25A2AB-EE8E-43D6-9323-E04F08C0D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3E2042-67D8-4502-9A2A-63680423A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4B7D8D-7809-4257-9231-128BD37F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BB619B-EE60-4156-AE4A-5A941DD9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143088-6623-4697-9654-BBC9235D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87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2CA3FB-7A86-4698-A393-AEB02C65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933CA1-C7EC-453C-81D7-BFA8EB167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72632E-FAB6-46A4-8AF7-8E6BA8100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9EEF3-5206-44CC-AB23-5B1B43E5405B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2021. 12. 3.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AE3D3-1E8D-44F1-BE4B-0E02DC51A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BD2729-D75E-48B7-B6C5-2F6FB9DCC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03280-D911-4464-AF6F-D2880FDF387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31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3344185" y="1410502"/>
            <a:ext cx="5532209" cy="4416983"/>
            <a:chOff x="3213555" y="1352446"/>
            <a:chExt cx="5532209" cy="4416983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7862598" y="1369589"/>
              <a:ext cx="461708" cy="4317654"/>
              <a:chOff x="1352940" y="111967"/>
              <a:chExt cx="723383" cy="6764694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8"/>
                <a:ext cx="643812" cy="6596743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755364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3723492" y="1352446"/>
              <a:ext cx="464182" cy="4340783"/>
              <a:chOff x="1352940" y="111967"/>
              <a:chExt cx="723383" cy="6764694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8"/>
                <a:ext cx="643812" cy="6596743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755364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" name="그룹 4"/>
            <p:cNvGrpSpPr/>
            <p:nvPr/>
          </p:nvGrpSpPr>
          <p:grpSpPr>
            <a:xfrm>
              <a:off x="3213555" y="1740354"/>
              <a:ext cx="5532209" cy="3004965"/>
              <a:chOff x="301626" y="394669"/>
              <a:chExt cx="11585574" cy="6293009"/>
            </a:xfrm>
          </p:grpSpPr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id="{C994FB7E-B653-4867-9E6B-9D580EE53B31}"/>
                  </a:ext>
                </a:extLst>
              </p:cNvPr>
              <p:cNvSpPr/>
              <p:nvPr/>
            </p:nvSpPr>
            <p:spPr>
              <a:xfrm>
                <a:off x="402213" y="394669"/>
                <a:ext cx="11484987" cy="6293009"/>
              </a:xfrm>
              <a:custGeom>
                <a:avLst/>
                <a:gdLst>
                  <a:gd name="connsiteX0" fmla="*/ 0 w 10450285"/>
                  <a:gd name="connsiteY0" fmla="*/ 246743 h 5471885"/>
                  <a:gd name="connsiteX1" fmla="*/ 449943 w 10450285"/>
                  <a:gd name="connsiteY1" fmla="*/ 0 h 5471885"/>
                  <a:gd name="connsiteX2" fmla="*/ 1422400 w 10450285"/>
                  <a:gd name="connsiteY2" fmla="*/ 87085 h 5471885"/>
                  <a:gd name="connsiteX3" fmla="*/ 2249714 w 10450285"/>
                  <a:gd name="connsiteY3" fmla="*/ 145143 h 5471885"/>
                  <a:gd name="connsiteX4" fmla="*/ 3280228 w 10450285"/>
                  <a:gd name="connsiteY4" fmla="*/ 58057 h 5471885"/>
                  <a:gd name="connsiteX5" fmla="*/ 4296228 w 10450285"/>
                  <a:gd name="connsiteY5" fmla="*/ 188685 h 5471885"/>
                  <a:gd name="connsiteX6" fmla="*/ 5167085 w 10450285"/>
                  <a:gd name="connsiteY6" fmla="*/ 159657 h 5471885"/>
                  <a:gd name="connsiteX7" fmla="*/ 5457371 w 10450285"/>
                  <a:gd name="connsiteY7" fmla="*/ 203200 h 5471885"/>
                  <a:gd name="connsiteX8" fmla="*/ 5704114 w 10450285"/>
                  <a:gd name="connsiteY8" fmla="*/ 130628 h 5471885"/>
                  <a:gd name="connsiteX9" fmla="*/ 5936343 w 10450285"/>
                  <a:gd name="connsiteY9" fmla="*/ 232228 h 5471885"/>
                  <a:gd name="connsiteX10" fmla="*/ 6241143 w 10450285"/>
                  <a:gd name="connsiteY10" fmla="*/ 174171 h 5471885"/>
                  <a:gd name="connsiteX11" fmla="*/ 6821714 w 10450285"/>
                  <a:gd name="connsiteY11" fmla="*/ 304800 h 5471885"/>
                  <a:gd name="connsiteX12" fmla="*/ 7910285 w 10450285"/>
                  <a:gd name="connsiteY12" fmla="*/ 319314 h 5471885"/>
                  <a:gd name="connsiteX13" fmla="*/ 8403771 w 10450285"/>
                  <a:gd name="connsiteY13" fmla="*/ 304800 h 5471885"/>
                  <a:gd name="connsiteX14" fmla="*/ 9216571 w 10450285"/>
                  <a:gd name="connsiteY14" fmla="*/ 246743 h 5471885"/>
                  <a:gd name="connsiteX15" fmla="*/ 9956800 w 10450285"/>
                  <a:gd name="connsiteY15" fmla="*/ 275771 h 5471885"/>
                  <a:gd name="connsiteX16" fmla="*/ 10348685 w 10450285"/>
                  <a:gd name="connsiteY16" fmla="*/ 333828 h 5471885"/>
                  <a:gd name="connsiteX17" fmla="*/ 10319657 w 10450285"/>
                  <a:gd name="connsiteY17" fmla="*/ 812800 h 5471885"/>
                  <a:gd name="connsiteX18" fmla="*/ 10392228 w 10450285"/>
                  <a:gd name="connsiteY18" fmla="*/ 1132114 h 5471885"/>
                  <a:gd name="connsiteX19" fmla="*/ 10334171 w 10450285"/>
                  <a:gd name="connsiteY19" fmla="*/ 1683657 h 5471885"/>
                  <a:gd name="connsiteX20" fmla="*/ 10058400 w 10450285"/>
                  <a:gd name="connsiteY20" fmla="*/ 1785257 h 5471885"/>
                  <a:gd name="connsiteX21" fmla="*/ 9608457 w 10450285"/>
                  <a:gd name="connsiteY21" fmla="*/ 1959428 h 5471885"/>
                  <a:gd name="connsiteX22" fmla="*/ 10406743 w 10450285"/>
                  <a:gd name="connsiteY22" fmla="*/ 1973943 h 5471885"/>
                  <a:gd name="connsiteX23" fmla="*/ 10450285 w 10450285"/>
                  <a:gd name="connsiteY23" fmla="*/ 2510971 h 5471885"/>
                  <a:gd name="connsiteX24" fmla="*/ 10392228 w 10450285"/>
                  <a:gd name="connsiteY24" fmla="*/ 2917371 h 5471885"/>
                  <a:gd name="connsiteX25" fmla="*/ 10435771 w 10450285"/>
                  <a:gd name="connsiteY25" fmla="*/ 3526971 h 5471885"/>
                  <a:gd name="connsiteX26" fmla="*/ 9869714 w 10450285"/>
                  <a:gd name="connsiteY26" fmla="*/ 3802743 h 5471885"/>
                  <a:gd name="connsiteX27" fmla="*/ 10421257 w 10450285"/>
                  <a:gd name="connsiteY27" fmla="*/ 3773714 h 5471885"/>
                  <a:gd name="connsiteX28" fmla="*/ 10348685 w 10450285"/>
                  <a:gd name="connsiteY28" fmla="*/ 4281714 h 5471885"/>
                  <a:gd name="connsiteX29" fmla="*/ 10450285 w 10450285"/>
                  <a:gd name="connsiteY29" fmla="*/ 4934857 h 5471885"/>
                  <a:gd name="connsiteX30" fmla="*/ 10319657 w 10450285"/>
                  <a:gd name="connsiteY30" fmla="*/ 5326743 h 5471885"/>
                  <a:gd name="connsiteX31" fmla="*/ 10014857 w 10450285"/>
                  <a:gd name="connsiteY31" fmla="*/ 5471885 h 5471885"/>
                  <a:gd name="connsiteX32" fmla="*/ 1857828 w 10450285"/>
                  <a:gd name="connsiteY32" fmla="*/ 1886857 h 5471885"/>
                  <a:gd name="connsiteX33" fmla="*/ 0 w 10450285"/>
                  <a:gd name="connsiteY33" fmla="*/ 246743 h 5471885"/>
                  <a:gd name="connsiteX0" fmla="*/ 0 w 10450285"/>
                  <a:gd name="connsiteY0" fmla="*/ 246743 h 5471885"/>
                  <a:gd name="connsiteX1" fmla="*/ 449943 w 10450285"/>
                  <a:gd name="connsiteY1" fmla="*/ 0 h 5471885"/>
                  <a:gd name="connsiteX2" fmla="*/ 1422400 w 10450285"/>
                  <a:gd name="connsiteY2" fmla="*/ 87085 h 5471885"/>
                  <a:gd name="connsiteX3" fmla="*/ 2249714 w 10450285"/>
                  <a:gd name="connsiteY3" fmla="*/ 145143 h 5471885"/>
                  <a:gd name="connsiteX4" fmla="*/ 3280228 w 10450285"/>
                  <a:gd name="connsiteY4" fmla="*/ 58057 h 5471885"/>
                  <a:gd name="connsiteX5" fmla="*/ 4296228 w 10450285"/>
                  <a:gd name="connsiteY5" fmla="*/ 188685 h 5471885"/>
                  <a:gd name="connsiteX6" fmla="*/ 5167085 w 10450285"/>
                  <a:gd name="connsiteY6" fmla="*/ 159657 h 5471885"/>
                  <a:gd name="connsiteX7" fmla="*/ 5457371 w 10450285"/>
                  <a:gd name="connsiteY7" fmla="*/ 203200 h 5471885"/>
                  <a:gd name="connsiteX8" fmla="*/ 5704114 w 10450285"/>
                  <a:gd name="connsiteY8" fmla="*/ 130628 h 5471885"/>
                  <a:gd name="connsiteX9" fmla="*/ 5936343 w 10450285"/>
                  <a:gd name="connsiteY9" fmla="*/ 232228 h 5471885"/>
                  <a:gd name="connsiteX10" fmla="*/ 6241143 w 10450285"/>
                  <a:gd name="connsiteY10" fmla="*/ 174171 h 5471885"/>
                  <a:gd name="connsiteX11" fmla="*/ 6821714 w 10450285"/>
                  <a:gd name="connsiteY11" fmla="*/ 304800 h 5471885"/>
                  <a:gd name="connsiteX12" fmla="*/ 7910285 w 10450285"/>
                  <a:gd name="connsiteY12" fmla="*/ 319314 h 5471885"/>
                  <a:gd name="connsiteX13" fmla="*/ 8403771 w 10450285"/>
                  <a:gd name="connsiteY13" fmla="*/ 304800 h 5471885"/>
                  <a:gd name="connsiteX14" fmla="*/ 9216571 w 10450285"/>
                  <a:gd name="connsiteY14" fmla="*/ 246743 h 5471885"/>
                  <a:gd name="connsiteX15" fmla="*/ 9956800 w 10450285"/>
                  <a:gd name="connsiteY15" fmla="*/ 275771 h 5471885"/>
                  <a:gd name="connsiteX16" fmla="*/ 10348685 w 10450285"/>
                  <a:gd name="connsiteY16" fmla="*/ 333828 h 5471885"/>
                  <a:gd name="connsiteX17" fmla="*/ 10319657 w 10450285"/>
                  <a:gd name="connsiteY17" fmla="*/ 812800 h 5471885"/>
                  <a:gd name="connsiteX18" fmla="*/ 10392228 w 10450285"/>
                  <a:gd name="connsiteY18" fmla="*/ 1132114 h 5471885"/>
                  <a:gd name="connsiteX19" fmla="*/ 10334171 w 10450285"/>
                  <a:gd name="connsiteY19" fmla="*/ 1683657 h 5471885"/>
                  <a:gd name="connsiteX20" fmla="*/ 10058400 w 10450285"/>
                  <a:gd name="connsiteY20" fmla="*/ 1785257 h 5471885"/>
                  <a:gd name="connsiteX21" fmla="*/ 9608457 w 10450285"/>
                  <a:gd name="connsiteY21" fmla="*/ 1959428 h 5471885"/>
                  <a:gd name="connsiteX22" fmla="*/ 10406743 w 10450285"/>
                  <a:gd name="connsiteY22" fmla="*/ 1973943 h 5471885"/>
                  <a:gd name="connsiteX23" fmla="*/ 10450285 w 10450285"/>
                  <a:gd name="connsiteY23" fmla="*/ 2510971 h 5471885"/>
                  <a:gd name="connsiteX24" fmla="*/ 10392228 w 10450285"/>
                  <a:gd name="connsiteY24" fmla="*/ 2917371 h 5471885"/>
                  <a:gd name="connsiteX25" fmla="*/ 10435771 w 10450285"/>
                  <a:gd name="connsiteY25" fmla="*/ 3526971 h 5471885"/>
                  <a:gd name="connsiteX26" fmla="*/ 9869714 w 10450285"/>
                  <a:gd name="connsiteY26" fmla="*/ 3802743 h 5471885"/>
                  <a:gd name="connsiteX27" fmla="*/ 10421257 w 10450285"/>
                  <a:gd name="connsiteY27" fmla="*/ 3773714 h 5471885"/>
                  <a:gd name="connsiteX28" fmla="*/ 10348685 w 10450285"/>
                  <a:gd name="connsiteY28" fmla="*/ 4281714 h 5471885"/>
                  <a:gd name="connsiteX29" fmla="*/ 10196285 w 10450285"/>
                  <a:gd name="connsiteY29" fmla="*/ 4972957 h 5471885"/>
                  <a:gd name="connsiteX30" fmla="*/ 10319657 w 10450285"/>
                  <a:gd name="connsiteY30" fmla="*/ 5326743 h 5471885"/>
                  <a:gd name="connsiteX31" fmla="*/ 10014857 w 10450285"/>
                  <a:gd name="connsiteY31" fmla="*/ 5471885 h 5471885"/>
                  <a:gd name="connsiteX32" fmla="*/ 1857828 w 10450285"/>
                  <a:gd name="connsiteY32" fmla="*/ 1886857 h 5471885"/>
                  <a:gd name="connsiteX33" fmla="*/ 0 w 10450285"/>
                  <a:gd name="connsiteY33" fmla="*/ 246743 h 5471885"/>
                  <a:gd name="connsiteX0" fmla="*/ 0 w 10450285"/>
                  <a:gd name="connsiteY0" fmla="*/ 246743 h 5471885"/>
                  <a:gd name="connsiteX1" fmla="*/ 449943 w 10450285"/>
                  <a:gd name="connsiteY1" fmla="*/ 0 h 5471885"/>
                  <a:gd name="connsiteX2" fmla="*/ 1422400 w 10450285"/>
                  <a:gd name="connsiteY2" fmla="*/ 87085 h 5471885"/>
                  <a:gd name="connsiteX3" fmla="*/ 2249714 w 10450285"/>
                  <a:gd name="connsiteY3" fmla="*/ 145143 h 5471885"/>
                  <a:gd name="connsiteX4" fmla="*/ 3280228 w 10450285"/>
                  <a:gd name="connsiteY4" fmla="*/ 58057 h 5471885"/>
                  <a:gd name="connsiteX5" fmla="*/ 4296228 w 10450285"/>
                  <a:gd name="connsiteY5" fmla="*/ 188685 h 5471885"/>
                  <a:gd name="connsiteX6" fmla="*/ 5167085 w 10450285"/>
                  <a:gd name="connsiteY6" fmla="*/ 159657 h 5471885"/>
                  <a:gd name="connsiteX7" fmla="*/ 5457371 w 10450285"/>
                  <a:gd name="connsiteY7" fmla="*/ 203200 h 5471885"/>
                  <a:gd name="connsiteX8" fmla="*/ 5704114 w 10450285"/>
                  <a:gd name="connsiteY8" fmla="*/ 130628 h 5471885"/>
                  <a:gd name="connsiteX9" fmla="*/ 5936343 w 10450285"/>
                  <a:gd name="connsiteY9" fmla="*/ 232228 h 5471885"/>
                  <a:gd name="connsiteX10" fmla="*/ 6241143 w 10450285"/>
                  <a:gd name="connsiteY10" fmla="*/ 174171 h 5471885"/>
                  <a:gd name="connsiteX11" fmla="*/ 6821714 w 10450285"/>
                  <a:gd name="connsiteY11" fmla="*/ 304800 h 5471885"/>
                  <a:gd name="connsiteX12" fmla="*/ 7910285 w 10450285"/>
                  <a:gd name="connsiteY12" fmla="*/ 319314 h 5471885"/>
                  <a:gd name="connsiteX13" fmla="*/ 8403771 w 10450285"/>
                  <a:gd name="connsiteY13" fmla="*/ 304800 h 5471885"/>
                  <a:gd name="connsiteX14" fmla="*/ 9216571 w 10450285"/>
                  <a:gd name="connsiteY14" fmla="*/ 246743 h 5471885"/>
                  <a:gd name="connsiteX15" fmla="*/ 9956800 w 10450285"/>
                  <a:gd name="connsiteY15" fmla="*/ 275771 h 5471885"/>
                  <a:gd name="connsiteX16" fmla="*/ 10348685 w 10450285"/>
                  <a:gd name="connsiteY16" fmla="*/ 333828 h 5471885"/>
                  <a:gd name="connsiteX17" fmla="*/ 10319657 w 10450285"/>
                  <a:gd name="connsiteY17" fmla="*/ 812800 h 5471885"/>
                  <a:gd name="connsiteX18" fmla="*/ 10392228 w 10450285"/>
                  <a:gd name="connsiteY18" fmla="*/ 1132114 h 5471885"/>
                  <a:gd name="connsiteX19" fmla="*/ 10334171 w 10450285"/>
                  <a:gd name="connsiteY19" fmla="*/ 1683657 h 5471885"/>
                  <a:gd name="connsiteX20" fmla="*/ 10058400 w 10450285"/>
                  <a:gd name="connsiteY20" fmla="*/ 1785257 h 5471885"/>
                  <a:gd name="connsiteX21" fmla="*/ 9608457 w 10450285"/>
                  <a:gd name="connsiteY21" fmla="*/ 1959428 h 5471885"/>
                  <a:gd name="connsiteX22" fmla="*/ 10406743 w 10450285"/>
                  <a:gd name="connsiteY22" fmla="*/ 1973943 h 5471885"/>
                  <a:gd name="connsiteX23" fmla="*/ 10450285 w 10450285"/>
                  <a:gd name="connsiteY23" fmla="*/ 2510971 h 5471885"/>
                  <a:gd name="connsiteX24" fmla="*/ 10392228 w 10450285"/>
                  <a:gd name="connsiteY24" fmla="*/ 2917371 h 5471885"/>
                  <a:gd name="connsiteX25" fmla="*/ 10435771 w 10450285"/>
                  <a:gd name="connsiteY25" fmla="*/ 3526971 h 5471885"/>
                  <a:gd name="connsiteX26" fmla="*/ 9869714 w 10450285"/>
                  <a:gd name="connsiteY26" fmla="*/ 3802743 h 5471885"/>
                  <a:gd name="connsiteX27" fmla="*/ 10421257 w 10450285"/>
                  <a:gd name="connsiteY27" fmla="*/ 3773714 h 5471885"/>
                  <a:gd name="connsiteX28" fmla="*/ 10348685 w 10450285"/>
                  <a:gd name="connsiteY28" fmla="*/ 4281714 h 5471885"/>
                  <a:gd name="connsiteX29" fmla="*/ 10196285 w 10450285"/>
                  <a:gd name="connsiteY29" fmla="*/ 4972957 h 5471885"/>
                  <a:gd name="connsiteX30" fmla="*/ 10281557 w 10450285"/>
                  <a:gd name="connsiteY30" fmla="*/ 5250543 h 5471885"/>
                  <a:gd name="connsiteX31" fmla="*/ 10014857 w 10450285"/>
                  <a:gd name="connsiteY31" fmla="*/ 5471885 h 5471885"/>
                  <a:gd name="connsiteX32" fmla="*/ 1857828 w 10450285"/>
                  <a:gd name="connsiteY32" fmla="*/ 1886857 h 5471885"/>
                  <a:gd name="connsiteX33" fmla="*/ 0 w 10450285"/>
                  <a:gd name="connsiteY33" fmla="*/ 246743 h 5471885"/>
                  <a:gd name="connsiteX0" fmla="*/ 0 w 10450285"/>
                  <a:gd name="connsiteY0" fmla="*/ 246743 h 5735368"/>
                  <a:gd name="connsiteX1" fmla="*/ 449943 w 10450285"/>
                  <a:gd name="connsiteY1" fmla="*/ 0 h 5735368"/>
                  <a:gd name="connsiteX2" fmla="*/ 1422400 w 10450285"/>
                  <a:gd name="connsiteY2" fmla="*/ 87085 h 5735368"/>
                  <a:gd name="connsiteX3" fmla="*/ 2249714 w 10450285"/>
                  <a:gd name="connsiteY3" fmla="*/ 145143 h 5735368"/>
                  <a:gd name="connsiteX4" fmla="*/ 3280228 w 10450285"/>
                  <a:gd name="connsiteY4" fmla="*/ 58057 h 5735368"/>
                  <a:gd name="connsiteX5" fmla="*/ 4296228 w 10450285"/>
                  <a:gd name="connsiteY5" fmla="*/ 188685 h 5735368"/>
                  <a:gd name="connsiteX6" fmla="*/ 5167085 w 10450285"/>
                  <a:gd name="connsiteY6" fmla="*/ 159657 h 5735368"/>
                  <a:gd name="connsiteX7" fmla="*/ 5457371 w 10450285"/>
                  <a:gd name="connsiteY7" fmla="*/ 203200 h 5735368"/>
                  <a:gd name="connsiteX8" fmla="*/ 5704114 w 10450285"/>
                  <a:gd name="connsiteY8" fmla="*/ 130628 h 5735368"/>
                  <a:gd name="connsiteX9" fmla="*/ 5936343 w 10450285"/>
                  <a:gd name="connsiteY9" fmla="*/ 232228 h 5735368"/>
                  <a:gd name="connsiteX10" fmla="*/ 6241143 w 10450285"/>
                  <a:gd name="connsiteY10" fmla="*/ 174171 h 5735368"/>
                  <a:gd name="connsiteX11" fmla="*/ 6821714 w 10450285"/>
                  <a:gd name="connsiteY11" fmla="*/ 304800 h 5735368"/>
                  <a:gd name="connsiteX12" fmla="*/ 7910285 w 10450285"/>
                  <a:gd name="connsiteY12" fmla="*/ 319314 h 5735368"/>
                  <a:gd name="connsiteX13" fmla="*/ 8403771 w 10450285"/>
                  <a:gd name="connsiteY13" fmla="*/ 304800 h 5735368"/>
                  <a:gd name="connsiteX14" fmla="*/ 9216571 w 10450285"/>
                  <a:gd name="connsiteY14" fmla="*/ 246743 h 5735368"/>
                  <a:gd name="connsiteX15" fmla="*/ 9956800 w 10450285"/>
                  <a:gd name="connsiteY15" fmla="*/ 275771 h 5735368"/>
                  <a:gd name="connsiteX16" fmla="*/ 10348685 w 10450285"/>
                  <a:gd name="connsiteY16" fmla="*/ 333828 h 5735368"/>
                  <a:gd name="connsiteX17" fmla="*/ 10319657 w 10450285"/>
                  <a:gd name="connsiteY17" fmla="*/ 812800 h 5735368"/>
                  <a:gd name="connsiteX18" fmla="*/ 10392228 w 10450285"/>
                  <a:gd name="connsiteY18" fmla="*/ 1132114 h 5735368"/>
                  <a:gd name="connsiteX19" fmla="*/ 10334171 w 10450285"/>
                  <a:gd name="connsiteY19" fmla="*/ 1683657 h 5735368"/>
                  <a:gd name="connsiteX20" fmla="*/ 10058400 w 10450285"/>
                  <a:gd name="connsiteY20" fmla="*/ 1785257 h 5735368"/>
                  <a:gd name="connsiteX21" fmla="*/ 9608457 w 10450285"/>
                  <a:gd name="connsiteY21" fmla="*/ 1959428 h 5735368"/>
                  <a:gd name="connsiteX22" fmla="*/ 10406743 w 10450285"/>
                  <a:gd name="connsiteY22" fmla="*/ 1973943 h 5735368"/>
                  <a:gd name="connsiteX23" fmla="*/ 10450285 w 10450285"/>
                  <a:gd name="connsiteY23" fmla="*/ 2510971 h 5735368"/>
                  <a:gd name="connsiteX24" fmla="*/ 10392228 w 10450285"/>
                  <a:gd name="connsiteY24" fmla="*/ 2917371 h 5735368"/>
                  <a:gd name="connsiteX25" fmla="*/ 10435771 w 10450285"/>
                  <a:gd name="connsiteY25" fmla="*/ 3526971 h 5735368"/>
                  <a:gd name="connsiteX26" fmla="*/ 9869714 w 10450285"/>
                  <a:gd name="connsiteY26" fmla="*/ 3802743 h 5735368"/>
                  <a:gd name="connsiteX27" fmla="*/ 10421257 w 10450285"/>
                  <a:gd name="connsiteY27" fmla="*/ 3773714 h 5735368"/>
                  <a:gd name="connsiteX28" fmla="*/ 10348685 w 10450285"/>
                  <a:gd name="connsiteY28" fmla="*/ 4281714 h 5735368"/>
                  <a:gd name="connsiteX29" fmla="*/ 10196285 w 10450285"/>
                  <a:gd name="connsiteY29" fmla="*/ 4972957 h 5735368"/>
                  <a:gd name="connsiteX30" fmla="*/ 10281557 w 10450285"/>
                  <a:gd name="connsiteY30" fmla="*/ 5250543 h 5735368"/>
                  <a:gd name="connsiteX31" fmla="*/ 10187354 w 10450285"/>
                  <a:gd name="connsiteY31" fmla="*/ 5735368 h 5735368"/>
                  <a:gd name="connsiteX32" fmla="*/ 1857828 w 10450285"/>
                  <a:gd name="connsiteY32" fmla="*/ 1886857 h 5735368"/>
                  <a:gd name="connsiteX33" fmla="*/ 0 w 10450285"/>
                  <a:gd name="connsiteY33" fmla="*/ 246743 h 5735368"/>
                  <a:gd name="connsiteX0" fmla="*/ 0 w 10450285"/>
                  <a:gd name="connsiteY0" fmla="*/ 246743 h 5735368"/>
                  <a:gd name="connsiteX1" fmla="*/ 449943 w 10450285"/>
                  <a:gd name="connsiteY1" fmla="*/ 0 h 5735368"/>
                  <a:gd name="connsiteX2" fmla="*/ 1422400 w 10450285"/>
                  <a:gd name="connsiteY2" fmla="*/ 87085 h 5735368"/>
                  <a:gd name="connsiteX3" fmla="*/ 2249714 w 10450285"/>
                  <a:gd name="connsiteY3" fmla="*/ 145143 h 5735368"/>
                  <a:gd name="connsiteX4" fmla="*/ 3280228 w 10450285"/>
                  <a:gd name="connsiteY4" fmla="*/ 58057 h 5735368"/>
                  <a:gd name="connsiteX5" fmla="*/ 4296228 w 10450285"/>
                  <a:gd name="connsiteY5" fmla="*/ 188685 h 5735368"/>
                  <a:gd name="connsiteX6" fmla="*/ 5167085 w 10450285"/>
                  <a:gd name="connsiteY6" fmla="*/ 159657 h 5735368"/>
                  <a:gd name="connsiteX7" fmla="*/ 5457371 w 10450285"/>
                  <a:gd name="connsiteY7" fmla="*/ 203200 h 5735368"/>
                  <a:gd name="connsiteX8" fmla="*/ 5704114 w 10450285"/>
                  <a:gd name="connsiteY8" fmla="*/ 130628 h 5735368"/>
                  <a:gd name="connsiteX9" fmla="*/ 5936343 w 10450285"/>
                  <a:gd name="connsiteY9" fmla="*/ 232228 h 5735368"/>
                  <a:gd name="connsiteX10" fmla="*/ 6241143 w 10450285"/>
                  <a:gd name="connsiteY10" fmla="*/ 174171 h 5735368"/>
                  <a:gd name="connsiteX11" fmla="*/ 6821714 w 10450285"/>
                  <a:gd name="connsiteY11" fmla="*/ 304800 h 5735368"/>
                  <a:gd name="connsiteX12" fmla="*/ 7910285 w 10450285"/>
                  <a:gd name="connsiteY12" fmla="*/ 319314 h 5735368"/>
                  <a:gd name="connsiteX13" fmla="*/ 8403771 w 10450285"/>
                  <a:gd name="connsiteY13" fmla="*/ 304800 h 5735368"/>
                  <a:gd name="connsiteX14" fmla="*/ 9216571 w 10450285"/>
                  <a:gd name="connsiteY14" fmla="*/ 246743 h 5735368"/>
                  <a:gd name="connsiteX15" fmla="*/ 9956800 w 10450285"/>
                  <a:gd name="connsiteY15" fmla="*/ 275771 h 5735368"/>
                  <a:gd name="connsiteX16" fmla="*/ 10348685 w 10450285"/>
                  <a:gd name="connsiteY16" fmla="*/ 333828 h 5735368"/>
                  <a:gd name="connsiteX17" fmla="*/ 10319657 w 10450285"/>
                  <a:gd name="connsiteY17" fmla="*/ 812800 h 5735368"/>
                  <a:gd name="connsiteX18" fmla="*/ 10392228 w 10450285"/>
                  <a:gd name="connsiteY18" fmla="*/ 1132114 h 5735368"/>
                  <a:gd name="connsiteX19" fmla="*/ 10334171 w 10450285"/>
                  <a:gd name="connsiteY19" fmla="*/ 1683657 h 5735368"/>
                  <a:gd name="connsiteX20" fmla="*/ 10058400 w 10450285"/>
                  <a:gd name="connsiteY20" fmla="*/ 1785257 h 5735368"/>
                  <a:gd name="connsiteX21" fmla="*/ 9608457 w 10450285"/>
                  <a:gd name="connsiteY21" fmla="*/ 1959428 h 5735368"/>
                  <a:gd name="connsiteX22" fmla="*/ 10406743 w 10450285"/>
                  <a:gd name="connsiteY22" fmla="*/ 1973943 h 5735368"/>
                  <a:gd name="connsiteX23" fmla="*/ 10450285 w 10450285"/>
                  <a:gd name="connsiteY23" fmla="*/ 2510971 h 5735368"/>
                  <a:gd name="connsiteX24" fmla="*/ 10392228 w 10450285"/>
                  <a:gd name="connsiteY24" fmla="*/ 2917371 h 5735368"/>
                  <a:gd name="connsiteX25" fmla="*/ 10435771 w 10450285"/>
                  <a:gd name="connsiteY25" fmla="*/ 3526971 h 5735368"/>
                  <a:gd name="connsiteX26" fmla="*/ 9869714 w 10450285"/>
                  <a:gd name="connsiteY26" fmla="*/ 3802743 h 5735368"/>
                  <a:gd name="connsiteX27" fmla="*/ 10421257 w 10450285"/>
                  <a:gd name="connsiteY27" fmla="*/ 3773714 h 5735368"/>
                  <a:gd name="connsiteX28" fmla="*/ 10348685 w 10450285"/>
                  <a:gd name="connsiteY28" fmla="*/ 4281714 h 5735368"/>
                  <a:gd name="connsiteX29" fmla="*/ 10196285 w 10450285"/>
                  <a:gd name="connsiteY29" fmla="*/ 4972957 h 5735368"/>
                  <a:gd name="connsiteX30" fmla="*/ 10304557 w 10450285"/>
                  <a:gd name="connsiteY30" fmla="*/ 5559849 h 5735368"/>
                  <a:gd name="connsiteX31" fmla="*/ 10187354 w 10450285"/>
                  <a:gd name="connsiteY31" fmla="*/ 5735368 h 5735368"/>
                  <a:gd name="connsiteX32" fmla="*/ 1857828 w 10450285"/>
                  <a:gd name="connsiteY32" fmla="*/ 1886857 h 5735368"/>
                  <a:gd name="connsiteX33" fmla="*/ 0 w 10450285"/>
                  <a:gd name="connsiteY33" fmla="*/ 246743 h 5735368"/>
                  <a:gd name="connsiteX0" fmla="*/ 0 w 10399592"/>
                  <a:gd name="connsiteY0" fmla="*/ 238326 h 5735368"/>
                  <a:gd name="connsiteX1" fmla="*/ 399250 w 10399592"/>
                  <a:gd name="connsiteY1" fmla="*/ 0 h 5735368"/>
                  <a:gd name="connsiteX2" fmla="*/ 1371707 w 10399592"/>
                  <a:gd name="connsiteY2" fmla="*/ 87085 h 5735368"/>
                  <a:gd name="connsiteX3" fmla="*/ 2199021 w 10399592"/>
                  <a:gd name="connsiteY3" fmla="*/ 145143 h 5735368"/>
                  <a:gd name="connsiteX4" fmla="*/ 3229535 w 10399592"/>
                  <a:gd name="connsiteY4" fmla="*/ 58057 h 5735368"/>
                  <a:gd name="connsiteX5" fmla="*/ 4245535 w 10399592"/>
                  <a:gd name="connsiteY5" fmla="*/ 188685 h 5735368"/>
                  <a:gd name="connsiteX6" fmla="*/ 5116392 w 10399592"/>
                  <a:gd name="connsiteY6" fmla="*/ 159657 h 5735368"/>
                  <a:gd name="connsiteX7" fmla="*/ 5406678 w 10399592"/>
                  <a:gd name="connsiteY7" fmla="*/ 203200 h 5735368"/>
                  <a:gd name="connsiteX8" fmla="*/ 5653421 w 10399592"/>
                  <a:gd name="connsiteY8" fmla="*/ 130628 h 5735368"/>
                  <a:gd name="connsiteX9" fmla="*/ 5885650 w 10399592"/>
                  <a:gd name="connsiteY9" fmla="*/ 232228 h 5735368"/>
                  <a:gd name="connsiteX10" fmla="*/ 6190450 w 10399592"/>
                  <a:gd name="connsiteY10" fmla="*/ 174171 h 5735368"/>
                  <a:gd name="connsiteX11" fmla="*/ 6771021 w 10399592"/>
                  <a:gd name="connsiteY11" fmla="*/ 304800 h 5735368"/>
                  <a:gd name="connsiteX12" fmla="*/ 7859592 w 10399592"/>
                  <a:gd name="connsiteY12" fmla="*/ 319314 h 5735368"/>
                  <a:gd name="connsiteX13" fmla="*/ 8353078 w 10399592"/>
                  <a:gd name="connsiteY13" fmla="*/ 304800 h 5735368"/>
                  <a:gd name="connsiteX14" fmla="*/ 9165878 w 10399592"/>
                  <a:gd name="connsiteY14" fmla="*/ 246743 h 5735368"/>
                  <a:gd name="connsiteX15" fmla="*/ 9906107 w 10399592"/>
                  <a:gd name="connsiteY15" fmla="*/ 275771 h 5735368"/>
                  <a:gd name="connsiteX16" fmla="*/ 10297992 w 10399592"/>
                  <a:gd name="connsiteY16" fmla="*/ 333828 h 5735368"/>
                  <a:gd name="connsiteX17" fmla="*/ 10268964 w 10399592"/>
                  <a:gd name="connsiteY17" fmla="*/ 812800 h 5735368"/>
                  <a:gd name="connsiteX18" fmla="*/ 10341535 w 10399592"/>
                  <a:gd name="connsiteY18" fmla="*/ 1132114 h 5735368"/>
                  <a:gd name="connsiteX19" fmla="*/ 10283478 w 10399592"/>
                  <a:gd name="connsiteY19" fmla="*/ 1683657 h 5735368"/>
                  <a:gd name="connsiteX20" fmla="*/ 10007707 w 10399592"/>
                  <a:gd name="connsiteY20" fmla="*/ 1785257 h 5735368"/>
                  <a:gd name="connsiteX21" fmla="*/ 9557764 w 10399592"/>
                  <a:gd name="connsiteY21" fmla="*/ 1959428 h 5735368"/>
                  <a:gd name="connsiteX22" fmla="*/ 10356050 w 10399592"/>
                  <a:gd name="connsiteY22" fmla="*/ 1973943 h 5735368"/>
                  <a:gd name="connsiteX23" fmla="*/ 10399592 w 10399592"/>
                  <a:gd name="connsiteY23" fmla="*/ 2510971 h 5735368"/>
                  <a:gd name="connsiteX24" fmla="*/ 10341535 w 10399592"/>
                  <a:gd name="connsiteY24" fmla="*/ 2917371 h 5735368"/>
                  <a:gd name="connsiteX25" fmla="*/ 10385078 w 10399592"/>
                  <a:gd name="connsiteY25" fmla="*/ 3526971 h 5735368"/>
                  <a:gd name="connsiteX26" fmla="*/ 9819021 w 10399592"/>
                  <a:gd name="connsiteY26" fmla="*/ 3802743 h 5735368"/>
                  <a:gd name="connsiteX27" fmla="*/ 10370564 w 10399592"/>
                  <a:gd name="connsiteY27" fmla="*/ 3773714 h 5735368"/>
                  <a:gd name="connsiteX28" fmla="*/ 10297992 w 10399592"/>
                  <a:gd name="connsiteY28" fmla="*/ 4281714 h 5735368"/>
                  <a:gd name="connsiteX29" fmla="*/ 10145592 w 10399592"/>
                  <a:gd name="connsiteY29" fmla="*/ 4972957 h 5735368"/>
                  <a:gd name="connsiteX30" fmla="*/ 10253864 w 10399592"/>
                  <a:gd name="connsiteY30" fmla="*/ 5559849 h 5735368"/>
                  <a:gd name="connsiteX31" fmla="*/ 10136661 w 10399592"/>
                  <a:gd name="connsiteY31" fmla="*/ 5735368 h 5735368"/>
                  <a:gd name="connsiteX32" fmla="*/ 1807135 w 10399592"/>
                  <a:gd name="connsiteY32" fmla="*/ 1886857 h 5735368"/>
                  <a:gd name="connsiteX33" fmla="*/ 0 w 10399592"/>
                  <a:gd name="connsiteY33" fmla="*/ 238326 h 5735368"/>
                  <a:gd name="connsiteX0" fmla="*/ 0 w 10399592"/>
                  <a:gd name="connsiteY0" fmla="*/ 180269 h 5677311"/>
                  <a:gd name="connsiteX1" fmla="*/ 331659 w 10399592"/>
                  <a:gd name="connsiteY1" fmla="*/ 42940 h 5677311"/>
                  <a:gd name="connsiteX2" fmla="*/ 1371707 w 10399592"/>
                  <a:gd name="connsiteY2" fmla="*/ 29028 h 5677311"/>
                  <a:gd name="connsiteX3" fmla="*/ 2199021 w 10399592"/>
                  <a:gd name="connsiteY3" fmla="*/ 87086 h 5677311"/>
                  <a:gd name="connsiteX4" fmla="*/ 3229535 w 10399592"/>
                  <a:gd name="connsiteY4" fmla="*/ 0 h 5677311"/>
                  <a:gd name="connsiteX5" fmla="*/ 4245535 w 10399592"/>
                  <a:gd name="connsiteY5" fmla="*/ 130628 h 5677311"/>
                  <a:gd name="connsiteX6" fmla="*/ 5116392 w 10399592"/>
                  <a:gd name="connsiteY6" fmla="*/ 101600 h 5677311"/>
                  <a:gd name="connsiteX7" fmla="*/ 5406678 w 10399592"/>
                  <a:gd name="connsiteY7" fmla="*/ 145143 h 5677311"/>
                  <a:gd name="connsiteX8" fmla="*/ 5653421 w 10399592"/>
                  <a:gd name="connsiteY8" fmla="*/ 72571 h 5677311"/>
                  <a:gd name="connsiteX9" fmla="*/ 5885650 w 10399592"/>
                  <a:gd name="connsiteY9" fmla="*/ 174171 h 5677311"/>
                  <a:gd name="connsiteX10" fmla="*/ 6190450 w 10399592"/>
                  <a:gd name="connsiteY10" fmla="*/ 116114 h 5677311"/>
                  <a:gd name="connsiteX11" fmla="*/ 6771021 w 10399592"/>
                  <a:gd name="connsiteY11" fmla="*/ 246743 h 5677311"/>
                  <a:gd name="connsiteX12" fmla="*/ 7859592 w 10399592"/>
                  <a:gd name="connsiteY12" fmla="*/ 261257 h 5677311"/>
                  <a:gd name="connsiteX13" fmla="*/ 8353078 w 10399592"/>
                  <a:gd name="connsiteY13" fmla="*/ 246743 h 5677311"/>
                  <a:gd name="connsiteX14" fmla="*/ 9165878 w 10399592"/>
                  <a:gd name="connsiteY14" fmla="*/ 188686 h 5677311"/>
                  <a:gd name="connsiteX15" fmla="*/ 9906107 w 10399592"/>
                  <a:gd name="connsiteY15" fmla="*/ 217714 h 5677311"/>
                  <a:gd name="connsiteX16" fmla="*/ 10297992 w 10399592"/>
                  <a:gd name="connsiteY16" fmla="*/ 275771 h 5677311"/>
                  <a:gd name="connsiteX17" fmla="*/ 10268964 w 10399592"/>
                  <a:gd name="connsiteY17" fmla="*/ 754743 h 5677311"/>
                  <a:gd name="connsiteX18" fmla="*/ 10341535 w 10399592"/>
                  <a:gd name="connsiteY18" fmla="*/ 1074057 h 5677311"/>
                  <a:gd name="connsiteX19" fmla="*/ 10283478 w 10399592"/>
                  <a:gd name="connsiteY19" fmla="*/ 1625600 h 5677311"/>
                  <a:gd name="connsiteX20" fmla="*/ 10007707 w 10399592"/>
                  <a:gd name="connsiteY20" fmla="*/ 1727200 h 5677311"/>
                  <a:gd name="connsiteX21" fmla="*/ 9557764 w 10399592"/>
                  <a:gd name="connsiteY21" fmla="*/ 1901371 h 5677311"/>
                  <a:gd name="connsiteX22" fmla="*/ 10356050 w 10399592"/>
                  <a:gd name="connsiteY22" fmla="*/ 1915886 h 5677311"/>
                  <a:gd name="connsiteX23" fmla="*/ 10399592 w 10399592"/>
                  <a:gd name="connsiteY23" fmla="*/ 2452914 h 5677311"/>
                  <a:gd name="connsiteX24" fmla="*/ 10341535 w 10399592"/>
                  <a:gd name="connsiteY24" fmla="*/ 2859314 h 5677311"/>
                  <a:gd name="connsiteX25" fmla="*/ 10385078 w 10399592"/>
                  <a:gd name="connsiteY25" fmla="*/ 3468914 h 5677311"/>
                  <a:gd name="connsiteX26" fmla="*/ 9819021 w 10399592"/>
                  <a:gd name="connsiteY26" fmla="*/ 3744686 h 5677311"/>
                  <a:gd name="connsiteX27" fmla="*/ 10370564 w 10399592"/>
                  <a:gd name="connsiteY27" fmla="*/ 3715657 h 5677311"/>
                  <a:gd name="connsiteX28" fmla="*/ 10297992 w 10399592"/>
                  <a:gd name="connsiteY28" fmla="*/ 4223657 h 5677311"/>
                  <a:gd name="connsiteX29" fmla="*/ 10145592 w 10399592"/>
                  <a:gd name="connsiteY29" fmla="*/ 4914900 h 5677311"/>
                  <a:gd name="connsiteX30" fmla="*/ 10253864 w 10399592"/>
                  <a:gd name="connsiteY30" fmla="*/ 5501792 h 5677311"/>
                  <a:gd name="connsiteX31" fmla="*/ 10136661 w 10399592"/>
                  <a:gd name="connsiteY31" fmla="*/ 5677311 h 5677311"/>
                  <a:gd name="connsiteX32" fmla="*/ 1807135 w 10399592"/>
                  <a:gd name="connsiteY32" fmla="*/ 1828800 h 5677311"/>
                  <a:gd name="connsiteX33" fmla="*/ 0 w 10399592"/>
                  <a:gd name="connsiteY33" fmla="*/ 180269 h 5677311"/>
                  <a:gd name="connsiteX0" fmla="*/ 0 w 10399592"/>
                  <a:gd name="connsiteY0" fmla="*/ 180269 h 5677311"/>
                  <a:gd name="connsiteX1" fmla="*/ 331659 w 10399592"/>
                  <a:gd name="connsiteY1" fmla="*/ 42940 h 5677311"/>
                  <a:gd name="connsiteX2" fmla="*/ 1371707 w 10399592"/>
                  <a:gd name="connsiteY2" fmla="*/ 104777 h 5677311"/>
                  <a:gd name="connsiteX3" fmla="*/ 2199021 w 10399592"/>
                  <a:gd name="connsiteY3" fmla="*/ 87086 h 5677311"/>
                  <a:gd name="connsiteX4" fmla="*/ 3229535 w 10399592"/>
                  <a:gd name="connsiteY4" fmla="*/ 0 h 5677311"/>
                  <a:gd name="connsiteX5" fmla="*/ 4245535 w 10399592"/>
                  <a:gd name="connsiteY5" fmla="*/ 130628 h 5677311"/>
                  <a:gd name="connsiteX6" fmla="*/ 5116392 w 10399592"/>
                  <a:gd name="connsiteY6" fmla="*/ 101600 h 5677311"/>
                  <a:gd name="connsiteX7" fmla="*/ 5406678 w 10399592"/>
                  <a:gd name="connsiteY7" fmla="*/ 145143 h 5677311"/>
                  <a:gd name="connsiteX8" fmla="*/ 5653421 w 10399592"/>
                  <a:gd name="connsiteY8" fmla="*/ 72571 h 5677311"/>
                  <a:gd name="connsiteX9" fmla="*/ 5885650 w 10399592"/>
                  <a:gd name="connsiteY9" fmla="*/ 174171 h 5677311"/>
                  <a:gd name="connsiteX10" fmla="*/ 6190450 w 10399592"/>
                  <a:gd name="connsiteY10" fmla="*/ 116114 h 5677311"/>
                  <a:gd name="connsiteX11" fmla="*/ 6771021 w 10399592"/>
                  <a:gd name="connsiteY11" fmla="*/ 246743 h 5677311"/>
                  <a:gd name="connsiteX12" fmla="*/ 7859592 w 10399592"/>
                  <a:gd name="connsiteY12" fmla="*/ 261257 h 5677311"/>
                  <a:gd name="connsiteX13" fmla="*/ 8353078 w 10399592"/>
                  <a:gd name="connsiteY13" fmla="*/ 246743 h 5677311"/>
                  <a:gd name="connsiteX14" fmla="*/ 9165878 w 10399592"/>
                  <a:gd name="connsiteY14" fmla="*/ 188686 h 5677311"/>
                  <a:gd name="connsiteX15" fmla="*/ 9906107 w 10399592"/>
                  <a:gd name="connsiteY15" fmla="*/ 217714 h 5677311"/>
                  <a:gd name="connsiteX16" fmla="*/ 10297992 w 10399592"/>
                  <a:gd name="connsiteY16" fmla="*/ 275771 h 5677311"/>
                  <a:gd name="connsiteX17" fmla="*/ 10268964 w 10399592"/>
                  <a:gd name="connsiteY17" fmla="*/ 754743 h 5677311"/>
                  <a:gd name="connsiteX18" fmla="*/ 10341535 w 10399592"/>
                  <a:gd name="connsiteY18" fmla="*/ 1074057 h 5677311"/>
                  <a:gd name="connsiteX19" fmla="*/ 10283478 w 10399592"/>
                  <a:gd name="connsiteY19" fmla="*/ 1625600 h 5677311"/>
                  <a:gd name="connsiteX20" fmla="*/ 10007707 w 10399592"/>
                  <a:gd name="connsiteY20" fmla="*/ 1727200 h 5677311"/>
                  <a:gd name="connsiteX21" fmla="*/ 9557764 w 10399592"/>
                  <a:gd name="connsiteY21" fmla="*/ 1901371 h 5677311"/>
                  <a:gd name="connsiteX22" fmla="*/ 10356050 w 10399592"/>
                  <a:gd name="connsiteY22" fmla="*/ 1915886 h 5677311"/>
                  <a:gd name="connsiteX23" fmla="*/ 10399592 w 10399592"/>
                  <a:gd name="connsiteY23" fmla="*/ 2452914 h 5677311"/>
                  <a:gd name="connsiteX24" fmla="*/ 10341535 w 10399592"/>
                  <a:gd name="connsiteY24" fmla="*/ 2859314 h 5677311"/>
                  <a:gd name="connsiteX25" fmla="*/ 10385078 w 10399592"/>
                  <a:gd name="connsiteY25" fmla="*/ 3468914 h 5677311"/>
                  <a:gd name="connsiteX26" fmla="*/ 9819021 w 10399592"/>
                  <a:gd name="connsiteY26" fmla="*/ 3744686 h 5677311"/>
                  <a:gd name="connsiteX27" fmla="*/ 10370564 w 10399592"/>
                  <a:gd name="connsiteY27" fmla="*/ 3715657 h 5677311"/>
                  <a:gd name="connsiteX28" fmla="*/ 10297992 w 10399592"/>
                  <a:gd name="connsiteY28" fmla="*/ 4223657 h 5677311"/>
                  <a:gd name="connsiteX29" fmla="*/ 10145592 w 10399592"/>
                  <a:gd name="connsiteY29" fmla="*/ 4914900 h 5677311"/>
                  <a:gd name="connsiteX30" fmla="*/ 10253864 w 10399592"/>
                  <a:gd name="connsiteY30" fmla="*/ 5501792 h 5677311"/>
                  <a:gd name="connsiteX31" fmla="*/ 10136661 w 10399592"/>
                  <a:gd name="connsiteY31" fmla="*/ 5677311 h 5677311"/>
                  <a:gd name="connsiteX32" fmla="*/ 1807135 w 10399592"/>
                  <a:gd name="connsiteY32" fmla="*/ 1828800 h 5677311"/>
                  <a:gd name="connsiteX33" fmla="*/ 0 w 10399592"/>
                  <a:gd name="connsiteY33" fmla="*/ 180269 h 567731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53421 w 10399592"/>
                  <a:gd name="connsiteY8" fmla="*/ 29631 h 5634371"/>
                  <a:gd name="connsiteX9" fmla="*/ 5885650 w 10399592"/>
                  <a:gd name="connsiteY9" fmla="*/ 131231 h 5634371"/>
                  <a:gd name="connsiteX10" fmla="*/ 6190450 w 10399592"/>
                  <a:gd name="connsiteY10" fmla="*/ 73174 h 5634371"/>
                  <a:gd name="connsiteX11" fmla="*/ 6771021 w 10399592"/>
                  <a:gd name="connsiteY11" fmla="*/ 203803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65878 w 10399592"/>
                  <a:gd name="connsiteY14" fmla="*/ 145746 h 5634371"/>
                  <a:gd name="connsiteX15" fmla="*/ 9906107 w 10399592"/>
                  <a:gd name="connsiteY15" fmla="*/ 174774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53421 w 10399592"/>
                  <a:gd name="connsiteY8" fmla="*/ 29631 h 5634371"/>
                  <a:gd name="connsiteX9" fmla="*/ 5885650 w 10399592"/>
                  <a:gd name="connsiteY9" fmla="*/ 131231 h 5634371"/>
                  <a:gd name="connsiteX10" fmla="*/ 6190450 w 10399592"/>
                  <a:gd name="connsiteY10" fmla="*/ 73174 h 5634371"/>
                  <a:gd name="connsiteX11" fmla="*/ 6771021 w 10399592"/>
                  <a:gd name="connsiteY11" fmla="*/ 203803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65878 w 10399592"/>
                  <a:gd name="connsiteY14" fmla="*/ 145746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53421 w 10399592"/>
                  <a:gd name="connsiteY8" fmla="*/ 29631 h 5634371"/>
                  <a:gd name="connsiteX9" fmla="*/ 5885650 w 10399592"/>
                  <a:gd name="connsiteY9" fmla="*/ 131231 h 5634371"/>
                  <a:gd name="connsiteX10" fmla="*/ 6190450 w 10399592"/>
                  <a:gd name="connsiteY10" fmla="*/ 73174 h 5634371"/>
                  <a:gd name="connsiteX11" fmla="*/ 6771021 w 10399592"/>
                  <a:gd name="connsiteY11" fmla="*/ 203803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85650 w 10399592"/>
                  <a:gd name="connsiteY9" fmla="*/ 131231 h 5634371"/>
                  <a:gd name="connsiteX10" fmla="*/ 6190450 w 10399592"/>
                  <a:gd name="connsiteY10" fmla="*/ 73174 h 5634371"/>
                  <a:gd name="connsiteX11" fmla="*/ 6771021 w 10399592"/>
                  <a:gd name="connsiteY11" fmla="*/ 203803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85650 w 10399592"/>
                  <a:gd name="connsiteY9" fmla="*/ 131231 h 5634371"/>
                  <a:gd name="connsiteX10" fmla="*/ 6274939 w 10399592"/>
                  <a:gd name="connsiteY10" fmla="*/ 148922 h 5634371"/>
                  <a:gd name="connsiteX11" fmla="*/ 6771021 w 10399592"/>
                  <a:gd name="connsiteY11" fmla="*/ 203803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85650 w 10399592"/>
                  <a:gd name="connsiteY9" fmla="*/ 131231 h 5634371"/>
                  <a:gd name="connsiteX10" fmla="*/ 6274939 w 10399592"/>
                  <a:gd name="connsiteY10" fmla="*/ 148922 h 5634371"/>
                  <a:gd name="connsiteX11" fmla="*/ 6771021 w 10399592"/>
                  <a:gd name="connsiteY11" fmla="*/ 49150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85650 w 10399592"/>
                  <a:gd name="connsiteY9" fmla="*/ 131231 h 5634371"/>
                  <a:gd name="connsiteX10" fmla="*/ 6249064 w 10399592"/>
                  <a:gd name="connsiteY10" fmla="*/ 80188 h 5634371"/>
                  <a:gd name="connsiteX11" fmla="*/ 6771021 w 10399592"/>
                  <a:gd name="connsiteY11" fmla="*/ 49150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77026 w 10399592"/>
                  <a:gd name="connsiteY9" fmla="*/ 105455 h 5634371"/>
                  <a:gd name="connsiteX10" fmla="*/ 6249064 w 10399592"/>
                  <a:gd name="connsiteY10" fmla="*/ 80188 h 5634371"/>
                  <a:gd name="connsiteX11" fmla="*/ 6771021 w 10399592"/>
                  <a:gd name="connsiteY11" fmla="*/ 49150 h 5634371"/>
                  <a:gd name="connsiteX12" fmla="*/ 7859592 w 10399592"/>
                  <a:gd name="connsiteY12" fmla="*/ 218317 h 5634371"/>
                  <a:gd name="connsiteX13" fmla="*/ 8353078 w 10399592"/>
                  <a:gd name="connsiteY13" fmla="*/ 203803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77026 w 10399592"/>
                  <a:gd name="connsiteY9" fmla="*/ 105455 h 5634371"/>
                  <a:gd name="connsiteX10" fmla="*/ 6249064 w 10399592"/>
                  <a:gd name="connsiteY10" fmla="*/ 80188 h 5634371"/>
                  <a:gd name="connsiteX11" fmla="*/ 6771021 w 10399592"/>
                  <a:gd name="connsiteY11" fmla="*/ 49150 h 5634371"/>
                  <a:gd name="connsiteX12" fmla="*/ 7876842 w 10399592"/>
                  <a:gd name="connsiteY12" fmla="*/ 140991 h 5634371"/>
                  <a:gd name="connsiteX13" fmla="*/ 8353078 w 10399592"/>
                  <a:gd name="connsiteY13" fmla="*/ 203803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77026 w 10399592"/>
                  <a:gd name="connsiteY9" fmla="*/ 105455 h 5634371"/>
                  <a:gd name="connsiteX10" fmla="*/ 6249064 w 10399592"/>
                  <a:gd name="connsiteY10" fmla="*/ 80188 h 5634371"/>
                  <a:gd name="connsiteX11" fmla="*/ 6771021 w 10399592"/>
                  <a:gd name="connsiteY11" fmla="*/ 49150 h 5634371"/>
                  <a:gd name="connsiteX12" fmla="*/ 7876842 w 10399592"/>
                  <a:gd name="connsiteY12" fmla="*/ 140991 h 5634371"/>
                  <a:gd name="connsiteX13" fmla="*/ 8370327 w 10399592"/>
                  <a:gd name="connsiteY13" fmla="*/ 126476 h 5634371"/>
                  <a:gd name="connsiteX14" fmla="*/ 9148981 w 10399592"/>
                  <a:gd name="connsiteY14" fmla="*/ 204662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37329 h 5634371"/>
                  <a:gd name="connsiteX1" fmla="*/ 331659 w 10399592"/>
                  <a:gd name="connsiteY1" fmla="*/ 0 h 5634371"/>
                  <a:gd name="connsiteX2" fmla="*/ 1371707 w 10399592"/>
                  <a:gd name="connsiteY2" fmla="*/ 61837 h 5634371"/>
                  <a:gd name="connsiteX3" fmla="*/ 2199021 w 10399592"/>
                  <a:gd name="connsiteY3" fmla="*/ 44146 h 5634371"/>
                  <a:gd name="connsiteX4" fmla="*/ 3128149 w 10399592"/>
                  <a:gd name="connsiteY4" fmla="*/ 91724 h 5634371"/>
                  <a:gd name="connsiteX5" fmla="*/ 4245535 w 10399592"/>
                  <a:gd name="connsiteY5" fmla="*/ 87688 h 5634371"/>
                  <a:gd name="connsiteX6" fmla="*/ 5116392 w 10399592"/>
                  <a:gd name="connsiteY6" fmla="*/ 58660 h 5634371"/>
                  <a:gd name="connsiteX7" fmla="*/ 5406678 w 10399592"/>
                  <a:gd name="connsiteY7" fmla="*/ 102203 h 5634371"/>
                  <a:gd name="connsiteX8" fmla="*/ 5678768 w 10399592"/>
                  <a:gd name="connsiteY8" fmla="*/ 71713 h 5634371"/>
                  <a:gd name="connsiteX9" fmla="*/ 5877026 w 10399592"/>
                  <a:gd name="connsiteY9" fmla="*/ 105455 h 5634371"/>
                  <a:gd name="connsiteX10" fmla="*/ 6249064 w 10399592"/>
                  <a:gd name="connsiteY10" fmla="*/ 80188 h 5634371"/>
                  <a:gd name="connsiteX11" fmla="*/ 6771021 w 10399592"/>
                  <a:gd name="connsiteY11" fmla="*/ 49150 h 5634371"/>
                  <a:gd name="connsiteX12" fmla="*/ 7876842 w 10399592"/>
                  <a:gd name="connsiteY12" fmla="*/ 140991 h 5634371"/>
                  <a:gd name="connsiteX13" fmla="*/ 8370327 w 10399592"/>
                  <a:gd name="connsiteY13" fmla="*/ 126476 h 5634371"/>
                  <a:gd name="connsiteX14" fmla="*/ 9148981 w 10399592"/>
                  <a:gd name="connsiteY14" fmla="*/ 92969 h 5634371"/>
                  <a:gd name="connsiteX15" fmla="*/ 9889210 w 10399592"/>
                  <a:gd name="connsiteY15" fmla="*/ 258939 h 5634371"/>
                  <a:gd name="connsiteX16" fmla="*/ 10297992 w 10399592"/>
                  <a:gd name="connsiteY16" fmla="*/ 232831 h 5634371"/>
                  <a:gd name="connsiteX17" fmla="*/ 10268964 w 10399592"/>
                  <a:gd name="connsiteY17" fmla="*/ 711803 h 5634371"/>
                  <a:gd name="connsiteX18" fmla="*/ 10341535 w 10399592"/>
                  <a:gd name="connsiteY18" fmla="*/ 1031117 h 5634371"/>
                  <a:gd name="connsiteX19" fmla="*/ 10283478 w 10399592"/>
                  <a:gd name="connsiteY19" fmla="*/ 1582660 h 5634371"/>
                  <a:gd name="connsiteX20" fmla="*/ 10007707 w 10399592"/>
                  <a:gd name="connsiteY20" fmla="*/ 1684260 h 5634371"/>
                  <a:gd name="connsiteX21" fmla="*/ 9557764 w 10399592"/>
                  <a:gd name="connsiteY21" fmla="*/ 1858431 h 5634371"/>
                  <a:gd name="connsiteX22" fmla="*/ 10356050 w 10399592"/>
                  <a:gd name="connsiteY22" fmla="*/ 1872946 h 5634371"/>
                  <a:gd name="connsiteX23" fmla="*/ 10399592 w 10399592"/>
                  <a:gd name="connsiteY23" fmla="*/ 2409974 h 5634371"/>
                  <a:gd name="connsiteX24" fmla="*/ 10341535 w 10399592"/>
                  <a:gd name="connsiteY24" fmla="*/ 2816374 h 5634371"/>
                  <a:gd name="connsiteX25" fmla="*/ 10385078 w 10399592"/>
                  <a:gd name="connsiteY25" fmla="*/ 3425974 h 5634371"/>
                  <a:gd name="connsiteX26" fmla="*/ 9819021 w 10399592"/>
                  <a:gd name="connsiteY26" fmla="*/ 3701746 h 5634371"/>
                  <a:gd name="connsiteX27" fmla="*/ 10370564 w 10399592"/>
                  <a:gd name="connsiteY27" fmla="*/ 3672717 h 5634371"/>
                  <a:gd name="connsiteX28" fmla="*/ 10297992 w 10399592"/>
                  <a:gd name="connsiteY28" fmla="*/ 4180717 h 5634371"/>
                  <a:gd name="connsiteX29" fmla="*/ 10145592 w 10399592"/>
                  <a:gd name="connsiteY29" fmla="*/ 4871960 h 5634371"/>
                  <a:gd name="connsiteX30" fmla="*/ 10253864 w 10399592"/>
                  <a:gd name="connsiteY30" fmla="*/ 5458852 h 5634371"/>
                  <a:gd name="connsiteX31" fmla="*/ 10136661 w 10399592"/>
                  <a:gd name="connsiteY31" fmla="*/ 5634371 h 5634371"/>
                  <a:gd name="connsiteX32" fmla="*/ 1807135 w 10399592"/>
                  <a:gd name="connsiteY32" fmla="*/ 1785860 h 5634371"/>
                  <a:gd name="connsiteX33" fmla="*/ 0 w 10399592"/>
                  <a:gd name="connsiteY33" fmla="*/ 137329 h 5634371"/>
                  <a:gd name="connsiteX0" fmla="*/ 0 w 10399592"/>
                  <a:gd name="connsiteY0" fmla="*/ 153328 h 5650370"/>
                  <a:gd name="connsiteX1" fmla="*/ 331659 w 10399592"/>
                  <a:gd name="connsiteY1" fmla="*/ 15999 h 5650370"/>
                  <a:gd name="connsiteX2" fmla="*/ 1371707 w 10399592"/>
                  <a:gd name="connsiteY2" fmla="*/ 77836 h 5650370"/>
                  <a:gd name="connsiteX3" fmla="*/ 2199021 w 10399592"/>
                  <a:gd name="connsiteY3" fmla="*/ 60145 h 5650370"/>
                  <a:gd name="connsiteX4" fmla="*/ 3128149 w 10399592"/>
                  <a:gd name="connsiteY4" fmla="*/ 107723 h 5650370"/>
                  <a:gd name="connsiteX5" fmla="*/ 4245535 w 10399592"/>
                  <a:gd name="connsiteY5" fmla="*/ 103687 h 5650370"/>
                  <a:gd name="connsiteX6" fmla="*/ 5116392 w 10399592"/>
                  <a:gd name="connsiteY6" fmla="*/ 74659 h 5650370"/>
                  <a:gd name="connsiteX7" fmla="*/ 5406678 w 10399592"/>
                  <a:gd name="connsiteY7" fmla="*/ 118202 h 5650370"/>
                  <a:gd name="connsiteX8" fmla="*/ 5678768 w 10399592"/>
                  <a:gd name="connsiteY8" fmla="*/ 87712 h 5650370"/>
                  <a:gd name="connsiteX9" fmla="*/ 5877026 w 10399592"/>
                  <a:gd name="connsiteY9" fmla="*/ 121454 h 5650370"/>
                  <a:gd name="connsiteX10" fmla="*/ 6249064 w 10399592"/>
                  <a:gd name="connsiteY10" fmla="*/ 96187 h 5650370"/>
                  <a:gd name="connsiteX11" fmla="*/ 6771021 w 10399592"/>
                  <a:gd name="connsiteY11" fmla="*/ 65149 h 5650370"/>
                  <a:gd name="connsiteX12" fmla="*/ 7876842 w 10399592"/>
                  <a:gd name="connsiteY12" fmla="*/ 156990 h 5650370"/>
                  <a:gd name="connsiteX13" fmla="*/ 8370327 w 10399592"/>
                  <a:gd name="connsiteY13" fmla="*/ 142475 h 5650370"/>
                  <a:gd name="connsiteX14" fmla="*/ 9148981 w 10399592"/>
                  <a:gd name="connsiteY14" fmla="*/ 108968 h 5650370"/>
                  <a:gd name="connsiteX15" fmla="*/ 9958209 w 10399592"/>
                  <a:gd name="connsiteY15" fmla="*/ 0 h 5650370"/>
                  <a:gd name="connsiteX16" fmla="*/ 10297992 w 10399592"/>
                  <a:gd name="connsiteY16" fmla="*/ 248830 h 5650370"/>
                  <a:gd name="connsiteX17" fmla="*/ 10268964 w 10399592"/>
                  <a:gd name="connsiteY17" fmla="*/ 727802 h 5650370"/>
                  <a:gd name="connsiteX18" fmla="*/ 10341535 w 10399592"/>
                  <a:gd name="connsiteY18" fmla="*/ 1047116 h 5650370"/>
                  <a:gd name="connsiteX19" fmla="*/ 10283478 w 10399592"/>
                  <a:gd name="connsiteY19" fmla="*/ 1598659 h 5650370"/>
                  <a:gd name="connsiteX20" fmla="*/ 10007707 w 10399592"/>
                  <a:gd name="connsiteY20" fmla="*/ 1700259 h 5650370"/>
                  <a:gd name="connsiteX21" fmla="*/ 9557764 w 10399592"/>
                  <a:gd name="connsiteY21" fmla="*/ 1874430 h 5650370"/>
                  <a:gd name="connsiteX22" fmla="*/ 10356050 w 10399592"/>
                  <a:gd name="connsiteY22" fmla="*/ 1888945 h 5650370"/>
                  <a:gd name="connsiteX23" fmla="*/ 10399592 w 10399592"/>
                  <a:gd name="connsiteY23" fmla="*/ 2425973 h 5650370"/>
                  <a:gd name="connsiteX24" fmla="*/ 10341535 w 10399592"/>
                  <a:gd name="connsiteY24" fmla="*/ 2832373 h 5650370"/>
                  <a:gd name="connsiteX25" fmla="*/ 10385078 w 10399592"/>
                  <a:gd name="connsiteY25" fmla="*/ 3441973 h 5650370"/>
                  <a:gd name="connsiteX26" fmla="*/ 9819021 w 10399592"/>
                  <a:gd name="connsiteY26" fmla="*/ 3717745 h 5650370"/>
                  <a:gd name="connsiteX27" fmla="*/ 10370564 w 10399592"/>
                  <a:gd name="connsiteY27" fmla="*/ 3688716 h 5650370"/>
                  <a:gd name="connsiteX28" fmla="*/ 10297992 w 10399592"/>
                  <a:gd name="connsiteY28" fmla="*/ 4196716 h 5650370"/>
                  <a:gd name="connsiteX29" fmla="*/ 10145592 w 10399592"/>
                  <a:gd name="connsiteY29" fmla="*/ 4887959 h 5650370"/>
                  <a:gd name="connsiteX30" fmla="*/ 10253864 w 10399592"/>
                  <a:gd name="connsiteY30" fmla="*/ 5474851 h 5650370"/>
                  <a:gd name="connsiteX31" fmla="*/ 10136661 w 10399592"/>
                  <a:gd name="connsiteY31" fmla="*/ 5650370 h 5650370"/>
                  <a:gd name="connsiteX32" fmla="*/ 1807135 w 10399592"/>
                  <a:gd name="connsiteY32" fmla="*/ 1801859 h 5650370"/>
                  <a:gd name="connsiteX33" fmla="*/ 0 w 10399592"/>
                  <a:gd name="connsiteY33" fmla="*/ 153328 h 5650370"/>
                  <a:gd name="connsiteX0" fmla="*/ 0 w 10399592"/>
                  <a:gd name="connsiteY0" fmla="*/ 153328 h 5650370"/>
                  <a:gd name="connsiteX1" fmla="*/ 331659 w 10399592"/>
                  <a:gd name="connsiteY1" fmla="*/ 15999 h 5650370"/>
                  <a:gd name="connsiteX2" fmla="*/ 1371707 w 10399592"/>
                  <a:gd name="connsiteY2" fmla="*/ 77836 h 5650370"/>
                  <a:gd name="connsiteX3" fmla="*/ 2199021 w 10399592"/>
                  <a:gd name="connsiteY3" fmla="*/ 60145 h 5650370"/>
                  <a:gd name="connsiteX4" fmla="*/ 3128149 w 10399592"/>
                  <a:gd name="connsiteY4" fmla="*/ 107723 h 5650370"/>
                  <a:gd name="connsiteX5" fmla="*/ 4245535 w 10399592"/>
                  <a:gd name="connsiteY5" fmla="*/ 103687 h 5650370"/>
                  <a:gd name="connsiteX6" fmla="*/ 5116392 w 10399592"/>
                  <a:gd name="connsiteY6" fmla="*/ 74659 h 5650370"/>
                  <a:gd name="connsiteX7" fmla="*/ 5406678 w 10399592"/>
                  <a:gd name="connsiteY7" fmla="*/ 118202 h 5650370"/>
                  <a:gd name="connsiteX8" fmla="*/ 5678768 w 10399592"/>
                  <a:gd name="connsiteY8" fmla="*/ 87712 h 5650370"/>
                  <a:gd name="connsiteX9" fmla="*/ 5877026 w 10399592"/>
                  <a:gd name="connsiteY9" fmla="*/ 121454 h 5650370"/>
                  <a:gd name="connsiteX10" fmla="*/ 6249064 w 10399592"/>
                  <a:gd name="connsiteY10" fmla="*/ 96187 h 5650370"/>
                  <a:gd name="connsiteX11" fmla="*/ 6771021 w 10399592"/>
                  <a:gd name="connsiteY11" fmla="*/ 65149 h 5650370"/>
                  <a:gd name="connsiteX12" fmla="*/ 7876842 w 10399592"/>
                  <a:gd name="connsiteY12" fmla="*/ 156990 h 5650370"/>
                  <a:gd name="connsiteX13" fmla="*/ 8370327 w 10399592"/>
                  <a:gd name="connsiteY13" fmla="*/ 142475 h 5650370"/>
                  <a:gd name="connsiteX14" fmla="*/ 9148981 w 10399592"/>
                  <a:gd name="connsiteY14" fmla="*/ 108968 h 5650370"/>
                  <a:gd name="connsiteX15" fmla="*/ 9958209 w 10399592"/>
                  <a:gd name="connsiteY15" fmla="*/ 0 h 5650370"/>
                  <a:gd name="connsiteX16" fmla="*/ 10297992 w 10399592"/>
                  <a:gd name="connsiteY16" fmla="*/ 248830 h 5650370"/>
                  <a:gd name="connsiteX17" fmla="*/ 10268964 w 10399592"/>
                  <a:gd name="connsiteY17" fmla="*/ 727802 h 5650370"/>
                  <a:gd name="connsiteX18" fmla="*/ 10341535 w 10399592"/>
                  <a:gd name="connsiteY18" fmla="*/ 1047116 h 5650370"/>
                  <a:gd name="connsiteX19" fmla="*/ 10283478 w 10399592"/>
                  <a:gd name="connsiteY19" fmla="*/ 1598659 h 5650370"/>
                  <a:gd name="connsiteX20" fmla="*/ 10007707 w 10399592"/>
                  <a:gd name="connsiteY20" fmla="*/ 1700259 h 5650370"/>
                  <a:gd name="connsiteX21" fmla="*/ 9557764 w 10399592"/>
                  <a:gd name="connsiteY21" fmla="*/ 1874430 h 5650370"/>
                  <a:gd name="connsiteX22" fmla="*/ 10356050 w 10399592"/>
                  <a:gd name="connsiteY22" fmla="*/ 1888945 h 5650370"/>
                  <a:gd name="connsiteX23" fmla="*/ 10399592 w 10399592"/>
                  <a:gd name="connsiteY23" fmla="*/ 2425973 h 5650370"/>
                  <a:gd name="connsiteX24" fmla="*/ 10341535 w 10399592"/>
                  <a:gd name="connsiteY24" fmla="*/ 2832373 h 5650370"/>
                  <a:gd name="connsiteX25" fmla="*/ 10385078 w 10399592"/>
                  <a:gd name="connsiteY25" fmla="*/ 3441973 h 5650370"/>
                  <a:gd name="connsiteX26" fmla="*/ 9819021 w 10399592"/>
                  <a:gd name="connsiteY26" fmla="*/ 3717745 h 5650370"/>
                  <a:gd name="connsiteX27" fmla="*/ 10370564 w 10399592"/>
                  <a:gd name="connsiteY27" fmla="*/ 3688716 h 5650370"/>
                  <a:gd name="connsiteX28" fmla="*/ 10297992 w 10399592"/>
                  <a:gd name="connsiteY28" fmla="*/ 4196716 h 5650370"/>
                  <a:gd name="connsiteX29" fmla="*/ 10145592 w 10399592"/>
                  <a:gd name="connsiteY29" fmla="*/ 4887959 h 5650370"/>
                  <a:gd name="connsiteX30" fmla="*/ 10253864 w 10399592"/>
                  <a:gd name="connsiteY30" fmla="*/ 5474851 h 5650370"/>
                  <a:gd name="connsiteX31" fmla="*/ 10136661 w 10399592"/>
                  <a:gd name="connsiteY31" fmla="*/ 5650370 h 5650370"/>
                  <a:gd name="connsiteX32" fmla="*/ 1807135 w 10399592"/>
                  <a:gd name="connsiteY32" fmla="*/ 1801859 h 5650370"/>
                  <a:gd name="connsiteX33" fmla="*/ 0 w 10399592"/>
                  <a:gd name="connsiteY33" fmla="*/ 153328 h 5650370"/>
                  <a:gd name="connsiteX0" fmla="*/ 0 w 10399592"/>
                  <a:gd name="connsiteY0" fmla="*/ 200721 h 5697763"/>
                  <a:gd name="connsiteX1" fmla="*/ 331659 w 10399592"/>
                  <a:gd name="connsiteY1" fmla="*/ 63392 h 5697763"/>
                  <a:gd name="connsiteX2" fmla="*/ 1371707 w 10399592"/>
                  <a:gd name="connsiteY2" fmla="*/ 125229 h 5697763"/>
                  <a:gd name="connsiteX3" fmla="*/ 2199021 w 10399592"/>
                  <a:gd name="connsiteY3" fmla="*/ 107538 h 5697763"/>
                  <a:gd name="connsiteX4" fmla="*/ 3128149 w 10399592"/>
                  <a:gd name="connsiteY4" fmla="*/ 155116 h 5697763"/>
                  <a:gd name="connsiteX5" fmla="*/ 4245535 w 10399592"/>
                  <a:gd name="connsiteY5" fmla="*/ 151080 h 5697763"/>
                  <a:gd name="connsiteX6" fmla="*/ 5116392 w 10399592"/>
                  <a:gd name="connsiteY6" fmla="*/ 122052 h 5697763"/>
                  <a:gd name="connsiteX7" fmla="*/ 5406678 w 10399592"/>
                  <a:gd name="connsiteY7" fmla="*/ 165595 h 5697763"/>
                  <a:gd name="connsiteX8" fmla="*/ 5678768 w 10399592"/>
                  <a:gd name="connsiteY8" fmla="*/ 135105 h 5697763"/>
                  <a:gd name="connsiteX9" fmla="*/ 5877026 w 10399592"/>
                  <a:gd name="connsiteY9" fmla="*/ 168847 h 5697763"/>
                  <a:gd name="connsiteX10" fmla="*/ 6249064 w 10399592"/>
                  <a:gd name="connsiteY10" fmla="*/ 143580 h 5697763"/>
                  <a:gd name="connsiteX11" fmla="*/ 6771021 w 10399592"/>
                  <a:gd name="connsiteY11" fmla="*/ 112542 h 5697763"/>
                  <a:gd name="connsiteX12" fmla="*/ 7876842 w 10399592"/>
                  <a:gd name="connsiteY12" fmla="*/ 204383 h 5697763"/>
                  <a:gd name="connsiteX13" fmla="*/ 8370327 w 10399592"/>
                  <a:gd name="connsiteY13" fmla="*/ 189868 h 5697763"/>
                  <a:gd name="connsiteX14" fmla="*/ 9148981 w 10399592"/>
                  <a:gd name="connsiteY14" fmla="*/ 156361 h 5697763"/>
                  <a:gd name="connsiteX15" fmla="*/ 9958209 w 10399592"/>
                  <a:gd name="connsiteY15" fmla="*/ 47393 h 5697763"/>
                  <a:gd name="connsiteX16" fmla="*/ 10366991 w 10399592"/>
                  <a:gd name="connsiteY16" fmla="*/ 21285 h 5697763"/>
                  <a:gd name="connsiteX17" fmla="*/ 10268964 w 10399592"/>
                  <a:gd name="connsiteY17" fmla="*/ 775195 h 5697763"/>
                  <a:gd name="connsiteX18" fmla="*/ 10341535 w 10399592"/>
                  <a:gd name="connsiteY18" fmla="*/ 1094509 h 5697763"/>
                  <a:gd name="connsiteX19" fmla="*/ 10283478 w 10399592"/>
                  <a:gd name="connsiteY19" fmla="*/ 1646052 h 5697763"/>
                  <a:gd name="connsiteX20" fmla="*/ 10007707 w 10399592"/>
                  <a:gd name="connsiteY20" fmla="*/ 1747652 h 5697763"/>
                  <a:gd name="connsiteX21" fmla="*/ 9557764 w 10399592"/>
                  <a:gd name="connsiteY21" fmla="*/ 1921823 h 5697763"/>
                  <a:gd name="connsiteX22" fmla="*/ 10356050 w 10399592"/>
                  <a:gd name="connsiteY22" fmla="*/ 1936338 h 5697763"/>
                  <a:gd name="connsiteX23" fmla="*/ 10399592 w 10399592"/>
                  <a:gd name="connsiteY23" fmla="*/ 2473366 h 5697763"/>
                  <a:gd name="connsiteX24" fmla="*/ 10341535 w 10399592"/>
                  <a:gd name="connsiteY24" fmla="*/ 2879766 h 5697763"/>
                  <a:gd name="connsiteX25" fmla="*/ 10385078 w 10399592"/>
                  <a:gd name="connsiteY25" fmla="*/ 3489366 h 5697763"/>
                  <a:gd name="connsiteX26" fmla="*/ 9819021 w 10399592"/>
                  <a:gd name="connsiteY26" fmla="*/ 3765138 h 5697763"/>
                  <a:gd name="connsiteX27" fmla="*/ 10370564 w 10399592"/>
                  <a:gd name="connsiteY27" fmla="*/ 3736109 h 5697763"/>
                  <a:gd name="connsiteX28" fmla="*/ 10297992 w 10399592"/>
                  <a:gd name="connsiteY28" fmla="*/ 4244109 h 5697763"/>
                  <a:gd name="connsiteX29" fmla="*/ 10145592 w 10399592"/>
                  <a:gd name="connsiteY29" fmla="*/ 4935352 h 5697763"/>
                  <a:gd name="connsiteX30" fmla="*/ 10253864 w 10399592"/>
                  <a:gd name="connsiteY30" fmla="*/ 5522244 h 5697763"/>
                  <a:gd name="connsiteX31" fmla="*/ 10136661 w 10399592"/>
                  <a:gd name="connsiteY31" fmla="*/ 5697763 h 5697763"/>
                  <a:gd name="connsiteX32" fmla="*/ 1807135 w 10399592"/>
                  <a:gd name="connsiteY32" fmla="*/ 1849252 h 5697763"/>
                  <a:gd name="connsiteX33" fmla="*/ 0 w 10399592"/>
                  <a:gd name="connsiteY33" fmla="*/ 200721 h 5697763"/>
                  <a:gd name="connsiteX0" fmla="*/ 0 w 10399592"/>
                  <a:gd name="connsiteY0" fmla="*/ 179436 h 5676478"/>
                  <a:gd name="connsiteX1" fmla="*/ 331659 w 10399592"/>
                  <a:gd name="connsiteY1" fmla="*/ 42107 h 5676478"/>
                  <a:gd name="connsiteX2" fmla="*/ 1371707 w 10399592"/>
                  <a:gd name="connsiteY2" fmla="*/ 103944 h 5676478"/>
                  <a:gd name="connsiteX3" fmla="*/ 2199021 w 10399592"/>
                  <a:gd name="connsiteY3" fmla="*/ 86253 h 5676478"/>
                  <a:gd name="connsiteX4" fmla="*/ 3128149 w 10399592"/>
                  <a:gd name="connsiteY4" fmla="*/ 133831 h 5676478"/>
                  <a:gd name="connsiteX5" fmla="*/ 4245535 w 10399592"/>
                  <a:gd name="connsiteY5" fmla="*/ 129795 h 5676478"/>
                  <a:gd name="connsiteX6" fmla="*/ 5116392 w 10399592"/>
                  <a:gd name="connsiteY6" fmla="*/ 100767 h 5676478"/>
                  <a:gd name="connsiteX7" fmla="*/ 5406678 w 10399592"/>
                  <a:gd name="connsiteY7" fmla="*/ 144310 h 5676478"/>
                  <a:gd name="connsiteX8" fmla="*/ 5678768 w 10399592"/>
                  <a:gd name="connsiteY8" fmla="*/ 113820 h 5676478"/>
                  <a:gd name="connsiteX9" fmla="*/ 5877026 w 10399592"/>
                  <a:gd name="connsiteY9" fmla="*/ 147562 h 5676478"/>
                  <a:gd name="connsiteX10" fmla="*/ 6249064 w 10399592"/>
                  <a:gd name="connsiteY10" fmla="*/ 122295 h 5676478"/>
                  <a:gd name="connsiteX11" fmla="*/ 6771021 w 10399592"/>
                  <a:gd name="connsiteY11" fmla="*/ 91257 h 5676478"/>
                  <a:gd name="connsiteX12" fmla="*/ 7876842 w 10399592"/>
                  <a:gd name="connsiteY12" fmla="*/ 183098 h 5676478"/>
                  <a:gd name="connsiteX13" fmla="*/ 8370327 w 10399592"/>
                  <a:gd name="connsiteY13" fmla="*/ 168583 h 5676478"/>
                  <a:gd name="connsiteX14" fmla="*/ 9148981 w 10399592"/>
                  <a:gd name="connsiteY14" fmla="*/ 135076 h 5676478"/>
                  <a:gd name="connsiteX15" fmla="*/ 9958209 w 10399592"/>
                  <a:gd name="connsiteY15" fmla="*/ 26108 h 5676478"/>
                  <a:gd name="connsiteX16" fmla="*/ 10366991 w 10399592"/>
                  <a:gd name="connsiteY16" fmla="*/ 0 h 5676478"/>
                  <a:gd name="connsiteX17" fmla="*/ 10268964 w 10399592"/>
                  <a:gd name="connsiteY17" fmla="*/ 753910 h 5676478"/>
                  <a:gd name="connsiteX18" fmla="*/ 10341535 w 10399592"/>
                  <a:gd name="connsiteY18" fmla="*/ 1073224 h 5676478"/>
                  <a:gd name="connsiteX19" fmla="*/ 10283478 w 10399592"/>
                  <a:gd name="connsiteY19" fmla="*/ 1624767 h 5676478"/>
                  <a:gd name="connsiteX20" fmla="*/ 10007707 w 10399592"/>
                  <a:gd name="connsiteY20" fmla="*/ 1726367 h 5676478"/>
                  <a:gd name="connsiteX21" fmla="*/ 9557764 w 10399592"/>
                  <a:gd name="connsiteY21" fmla="*/ 1900538 h 5676478"/>
                  <a:gd name="connsiteX22" fmla="*/ 10356050 w 10399592"/>
                  <a:gd name="connsiteY22" fmla="*/ 1915053 h 5676478"/>
                  <a:gd name="connsiteX23" fmla="*/ 10399592 w 10399592"/>
                  <a:gd name="connsiteY23" fmla="*/ 2452081 h 5676478"/>
                  <a:gd name="connsiteX24" fmla="*/ 10341535 w 10399592"/>
                  <a:gd name="connsiteY24" fmla="*/ 2858481 h 5676478"/>
                  <a:gd name="connsiteX25" fmla="*/ 10385078 w 10399592"/>
                  <a:gd name="connsiteY25" fmla="*/ 3468081 h 5676478"/>
                  <a:gd name="connsiteX26" fmla="*/ 9819021 w 10399592"/>
                  <a:gd name="connsiteY26" fmla="*/ 3743853 h 5676478"/>
                  <a:gd name="connsiteX27" fmla="*/ 10370564 w 10399592"/>
                  <a:gd name="connsiteY27" fmla="*/ 3714824 h 5676478"/>
                  <a:gd name="connsiteX28" fmla="*/ 10297992 w 10399592"/>
                  <a:gd name="connsiteY28" fmla="*/ 4222824 h 5676478"/>
                  <a:gd name="connsiteX29" fmla="*/ 10145592 w 10399592"/>
                  <a:gd name="connsiteY29" fmla="*/ 4914067 h 5676478"/>
                  <a:gd name="connsiteX30" fmla="*/ 10253864 w 10399592"/>
                  <a:gd name="connsiteY30" fmla="*/ 5500959 h 5676478"/>
                  <a:gd name="connsiteX31" fmla="*/ 10136661 w 10399592"/>
                  <a:gd name="connsiteY31" fmla="*/ 5676478 h 5676478"/>
                  <a:gd name="connsiteX32" fmla="*/ 1807135 w 10399592"/>
                  <a:gd name="connsiteY32" fmla="*/ 1827967 h 5676478"/>
                  <a:gd name="connsiteX33" fmla="*/ 0 w 10399592"/>
                  <a:gd name="connsiteY33" fmla="*/ 179436 h 5676478"/>
                  <a:gd name="connsiteX0" fmla="*/ 0 w 10399592"/>
                  <a:gd name="connsiteY0" fmla="*/ 179436 h 5676478"/>
                  <a:gd name="connsiteX1" fmla="*/ 331659 w 10399592"/>
                  <a:gd name="connsiteY1" fmla="*/ 42107 h 5676478"/>
                  <a:gd name="connsiteX2" fmla="*/ 1371707 w 10399592"/>
                  <a:gd name="connsiteY2" fmla="*/ 103944 h 5676478"/>
                  <a:gd name="connsiteX3" fmla="*/ 2199021 w 10399592"/>
                  <a:gd name="connsiteY3" fmla="*/ 86253 h 5676478"/>
                  <a:gd name="connsiteX4" fmla="*/ 3128149 w 10399592"/>
                  <a:gd name="connsiteY4" fmla="*/ 133831 h 5676478"/>
                  <a:gd name="connsiteX5" fmla="*/ 4245535 w 10399592"/>
                  <a:gd name="connsiteY5" fmla="*/ 129795 h 5676478"/>
                  <a:gd name="connsiteX6" fmla="*/ 5116392 w 10399592"/>
                  <a:gd name="connsiteY6" fmla="*/ 100767 h 5676478"/>
                  <a:gd name="connsiteX7" fmla="*/ 5406678 w 10399592"/>
                  <a:gd name="connsiteY7" fmla="*/ 144310 h 5676478"/>
                  <a:gd name="connsiteX8" fmla="*/ 5678768 w 10399592"/>
                  <a:gd name="connsiteY8" fmla="*/ 113820 h 5676478"/>
                  <a:gd name="connsiteX9" fmla="*/ 5877026 w 10399592"/>
                  <a:gd name="connsiteY9" fmla="*/ 147562 h 5676478"/>
                  <a:gd name="connsiteX10" fmla="*/ 6249064 w 10399592"/>
                  <a:gd name="connsiteY10" fmla="*/ 122295 h 5676478"/>
                  <a:gd name="connsiteX11" fmla="*/ 6771021 w 10399592"/>
                  <a:gd name="connsiteY11" fmla="*/ 91257 h 5676478"/>
                  <a:gd name="connsiteX12" fmla="*/ 7876842 w 10399592"/>
                  <a:gd name="connsiteY12" fmla="*/ 183098 h 5676478"/>
                  <a:gd name="connsiteX13" fmla="*/ 8370327 w 10399592"/>
                  <a:gd name="connsiteY13" fmla="*/ 168583 h 5676478"/>
                  <a:gd name="connsiteX14" fmla="*/ 9148981 w 10399592"/>
                  <a:gd name="connsiteY14" fmla="*/ 135076 h 5676478"/>
                  <a:gd name="connsiteX15" fmla="*/ 9958209 w 10399592"/>
                  <a:gd name="connsiteY15" fmla="*/ 26108 h 5676478"/>
                  <a:gd name="connsiteX16" fmla="*/ 10366991 w 10399592"/>
                  <a:gd name="connsiteY16" fmla="*/ 0 h 5676478"/>
                  <a:gd name="connsiteX17" fmla="*/ 10268964 w 10399592"/>
                  <a:gd name="connsiteY17" fmla="*/ 753910 h 5676478"/>
                  <a:gd name="connsiteX18" fmla="*/ 10341535 w 10399592"/>
                  <a:gd name="connsiteY18" fmla="*/ 1073224 h 5676478"/>
                  <a:gd name="connsiteX19" fmla="*/ 10283478 w 10399592"/>
                  <a:gd name="connsiteY19" fmla="*/ 1624767 h 5676478"/>
                  <a:gd name="connsiteX20" fmla="*/ 10007707 w 10399592"/>
                  <a:gd name="connsiteY20" fmla="*/ 1726367 h 5676478"/>
                  <a:gd name="connsiteX21" fmla="*/ 9557764 w 10399592"/>
                  <a:gd name="connsiteY21" fmla="*/ 1900538 h 5676478"/>
                  <a:gd name="connsiteX22" fmla="*/ 10356050 w 10399592"/>
                  <a:gd name="connsiteY22" fmla="*/ 1915053 h 5676478"/>
                  <a:gd name="connsiteX23" fmla="*/ 10399592 w 10399592"/>
                  <a:gd name="connsiteY23" fmla="*/ 2452081 h 5676478"/>
                  <a:gd name="connsiteX24" fmla="*/ 10341535 w 10399592"/>
                  <a:gd name="connsiteY24" fmla="*/ 2858481 h 5676478"/>
                  <a:gd name="connsiteX25" fmla="*/ 10385078 w 10399592"/>
                  <a:gd name="connsiteY25" fmla="*/ 3468081 h 5676478"/>
                  <a:gd name="connsiteX26" fmla="*/ 9819021 w 10399592"/>
                  <a:gd name="connsiteY26" fmla="*/ 3743853 h 5676478"/>
                  <a:gd name="connsiteX27" fmla="*/ 10370564 w 10399592"/>
                  <a:gd name="connsiteY27" fmla="*/ 3714824 h 5676478"/>
                  <a:gd name="connsiteX28" fmla="*/ 10297992 w 10399592"/>
                  <a:gd name="connsiteY28" fmla="*/ 4222824 h 5676478"/>
                  <a:gd name="connsiteX29" fmla="*/ 10145592 w 10399592"/>
                  <a:gd name="connsiteY29" fmla="*/ 4914067 h 5676478"/>
                  <a:gd name="connsiteX30" fmla="*/ 10253864 w 10399592"/>
                  <a:gd name="connsiteY30" fmla="*/ 5500959 h 5676478"/>
                  <a:gd name="connsiteX31" fmla="*/ 10136661 w 10399592"/>
                  <a:gd name="connsiteY31" fmla="*/ 5676478 h 5676478"/>
                  <a:gd name="connsiteX32" fmla="*/ 1807135 w 10399592"/>
                  <a:gd name="connsiteY32" fmla="*/ 1827967 h 5676478"/>
                  <a:gd name="connsiteX33" fmla="*/ 0 w 10399592"/>
                  <a:gd name="connsiteY33" fmla="*/ 179436 h 5676478"/>
                  <a:gd name="connsiteX0" fmla="*/ 0 w 10399592"/>
                  <a:gd name="connsiteY0" fmla="*/ 179436 h 5676478"/>
                  <a:gd name="connsiteX1" fmla="*/ 331659 w 10399592"/>
                  <a:gd name="connsiteY1" fmla="*/ 42107 h 5676478"/>
                  <a:gd name="connsiteX2" fmla="*/ 1371707 w 10399592"/>
                  <a:gd name="connsiteY2" fmla="*/ 103944 h 5676478"/>
                  <a:gd name="connsiteX3" fmla="*/ 2199021 w 10399592"/>
                  <a:gd name="connsiteY3" fmla="*/ 86253 h 5676478"/>
                  <a:gd name="connsiteX4" fmla="*/ 3128149 w 10399592"/>
                  <a:gd name="connsiteY4" fmla="*/ 133831 h 5676478"/>
                  <a:gd name="connsiteX5" fmla="*/ 4245535 w 10399592"/>
                  <a:gd name="connsiteY5" fmla="*/ 129795 h 5676478"/>
                  <a:gd name="connsiteX6" fmla="*/ 5116392 w 10399592"/>
                  <a:gd name="connsiteY6" fmla="*/ 100767 h 5676478"/>
                  <a:gd name="connsiteX7" fmla="*/ 5406678 w 10399592"/>
                  <a:gd name="connsiteY7" fmla="*/ 144310 h 5676478"/>
                  <a:gd name="connsiteX8" fmla="*/ 5678768 w 10399592"/>
                  <a:gd name="connsiteY8" fmla="*/ 113820 h 5676478"/>
                  <a:gd name="connsiteX9" fmla="*/ 5877026 w 10399592"/>
                  <a:gd name="connsiteY9" fmla="*/ 147562 h 5676478"/>
                  <a:gd name="connsiteX10" fmla="*/ 6249064 w 10399592"/>
                  <a:gd name="connsiteY10" fmla="*/ 122295 h 5676478"/>
                  <a:gd name="connsiteX11" fmla="*/ 6771021 w 10399592"/>
                  <a:gd name="connsiteY11" fmla="*/ 91257 h 5676478"/>
                  <a:gd name="connsiteX12" fmla="*/ 7825093 w 10399592"/>
                  <a:gd name="connsiteY12" fmla="*/ 88588 h 5676478"/>
                  <a:gd name="connsiteX13" fmla="*/ 8370327 w 10399592"/>
                  <a:gd name="connsiteY13" fmla="*/ 168583 h 5676478"/>
                  <a:gd name="connsiteX14" fmla="*/ 9148981 w 10399592"/>
                  <a:gd name="connsiteY14" fmla="*/ 135076 h 5676478"/>
                  <a:gd name="connsiteX15" fmla="*/ 9958209 w 10399592"/>
                  <a:gd name="connsiteY15" fmla="*/ 26108 h 5676478"/>
                  <a:gd name="connsiteX16" fmla="*/ 10366991 w 10399592"/>
                  <a:gd name="connsiteY16" fmla="*/ 0 h 5676478"/>
                  <a:gd name="connsiteX17" fmla="*/ 10268964 w 10399592"/>
                  <a:gd name="connsiteY17" fmla="*/ 753910 h 5676478"/>
                  <a:gd name="connsiteX18" fmla="*/ 10341535 w 10399592"/>
                  <a:gd name="connsiteY18" fmla="*/ 1073224 h 5676478"/>
                  <a:gd name="connsiteX19" fmla="*/ 10283478 w 10399592"/>
                  <a:gd name="connsiteY19" fmla="*/ 1624767 h 5676478"/>
                  <a:gd name="connsiteX20" fmla="*/ 10007707 w 10399592"/>
                  <a:gd name="connsiteY20" fmla="*/ 1726367 h 5676478"/>
                  <a:gd name="connsiteX21" fmla="*/ 9557764 w 10399592"/>
                  <a:gd name="connsiteY21" fmla="*/ 1900538 h 5676478"/>
                  <a:gd name="connsiteX22" fmla="*/ 10356050 w 10399592"/>
                  <a:gd name="connsiteY22" fmla="*/ 1915053 h 5676478"/>
                  <a:gd name="connsiteX23" fmla="*/ 10399592 w 10399592"/>
                  <a:gd name="connsiteY23" fmla="*/ 2452081 h 5676478"/>
                  <a:gd name="connsiteX24" fmla="*/ 10341535 w 10399592"/>
                  <a:gd name="connsiteY24" fmla="*/ 2858481 h 5676478"/>
                  <a:gd name="connsiteX25" fmla="*/ 10385078 w 10399592"/>
                  <a:gd name="connsiteY25" fmla="*/ 3468081 h 5676478"/>
                  <a:gd name="connsiteX26" fmla="*/ 9819021 w 10399592"/>
                  <a:gd name="connsiteY26" fmla="*/ 3743853 h 5676478"/>
                  <a:gd name="connsiteX27" fmla="*/ 10370564 w 10399592"/>
                  <a:gd name="connsiteY27" fmla="*/ 3714824 h 5676478"/>
                  <a:gd name="connsiteX28" fmla="*/ 10297992 w 10399592"/>
                  <a:gd name="connsiteY28" fmla="*/ 4222824 h 5676478"/>
                  <a:gd name="connsiteX29" fmla="*/ 10145592 w 10399592"/>
                  <a:gd name="connsiteY29" fmla="*/ 4914067 h 5676478"/>
                  <a:gd name="connsiteX30" fmla="*/ 10253864 w 10399592"/>
                  <a:gd name="connsiteY30" fmla="*/ 5500959 h 5676478"/>
                  <a:gd name="connsiteX31" fmla="*/ 10136661 w 10399592"/>
                  <a:gd name="connsiteY31" fmla="*/ 5676478 h 5676478"/>
                  <a:gd name="connsiteX32" fmla="*/ 1807135 w 10399592"/>
                  <a:gd name="connsiteY32" fmla="*/ 1827967 h 5676478"/>
                  <a:gd name="connsiteX33" fmla="*/ 0 w 10399592"/>
                  <a:gd name="connsiteY33" fmla="*/ 179436 h 5676478"/>
                  <a:gd name="connsiteX0" fmla="*/ 0 w 10399592"/>
                  <a:gd name="connsiteY0" fmla="*/ 179436 h 5676478"/>
                  <a:gd name="connsiteX1" fmla="*/ 331659 w 10399592"/>
                  <a:gd name="connsiteY1" fmla="*/ 42107 h 5676478"/>
                  <a:gd name="connsiteX2" fmla="*/ 1371707 w 10399592"/>
                  <a:gd name="connsiteY2" fmla="*/ 103944 h 5676478"/>
                  <a:gd name="connsiteX3" fmla="*/ 2199021 w 10399592"/>
                  <a:gd name="connsiteY3" fmla="*/ 86253 h 5676478"/>
                  <a:gd name="connsiteX4" fmla="*/ 3128149 w 10399592"/>
                  <a:gd name="connsiteY4" fmla="*/ 133831 h 5676478"/>
                  <a:gd name="connsiteX5" fmla="*/ 4245535 w 10399592"/>
                  <a:gd name="connsiteY5" fmla="*/ 129795 h 5676478"/>
                  <a:gd name="connsiteX6" fmla="*/ 5116392 w 10399592"/>
                  <a:gd name="connsiteY6" fmla="*/ 100767 h 5676478"/>
                  <a:gd name="connsiteX7" fmla="*/ 5406678 w 10399592"/>
                  <a:gd name="connsiteY7" fmla="*/ 144310 h 5676478"/>
                  <a:gd name="connsiteX8" fmla="*/ 5678768 w 10399592"/>
                  <a:gd name="connsiteY8" fmla="*/ 113820 h 5676478"/>
                  <a:gd name="connsiteX9" fmla="*/ 5877026 w 10399592"/>
                  <a:gd name="connsiteY9" fmla="*/ 147562 h 5676478"/>
                  <a:gd name="connsiteX10" fmla="*/ 6249064 w 10399592"/>
                  <a:gd name="connsiteY10" fmla="*/ 122295 h 5676478"/>
                  <a:gd name="connsiteX11" fmla="*/ 6771021 w 10399592"/>
                  <a:gd name="connsiteY11" fmla="*/ 91257 h 5676478"/>
                  <a:gd name="connsiteX12" fmla="*/ 7825093 w 10399592"/>
                  <a:gd name="connsiteY12" fmla="*/ 88588 h 5676478"/>
                  <a:gd name="connsiteX13" fmla="*/ 8439326 w 10399592"/>
                  <a:gd name="connsiteY13" fmla="*/ 99848 h 5676478"/>
                  <a:gd name="connsiteX14" fmla="*/ 9148981 w 10399592"/>
                  <a:gd name="connsiteY14" fmla="*/ 135076 h 5676478"/>
                  <a:gd name="connsiteX15" fmla="*/ 9958209 w 10399592"/>
                  <a:gd name="connsiteY15" fmla="*/ 26108 h 5676478"/>
                  <a:gd name="connsiteX16" fmla="*/ 10366991 w 10399592"/>
                  <a:gd name="connsiteY16" fmla="*/ 0 h 5676478"/>
                  <a:gd name="connsiteX17" fmla="*/ 10268964 w 10399592"/>
                  <a:gd name="connsiteY17" fmla="*/ 753910 h 5676478"/>
                  <a:gd name="connsiteX18" fmla="*/ 10341535 w 10399592"/>
                  <a:gd name="connsiteY18" fmla="*/ 1073224 h 5676478"/>
                  <a:gd name="connsiteX19" fmla="*/ 10283478 w 10399592"/>
                  <a:gd name="connsiteY19" fmla="*/ 1624767 h 5676478"/>
                  <a:gd name="connsiteX20" fmla="*/ 10007707 w 10399592"/>
                  <a:gd name="connsiteY20" fmla="*/ 1726367 h 5676478"/>
                  <a:gd name="connsiteX21" fmla="*/ 9557764 w 10399592"/>
                  <a:gd name="connsiteY21" fmla="*/ 1900538 h 5676478"/>
                  <a:gd name="connsiteX22" fmla="*/ 10356050 w 10399592"/>
                  <a:gd name="connsiteY22" fmla="*/ 1915053 h 5676478"/>
                  <a:gd name="connsiteX23" fmla="*/ 10399592 w 10399592"/>
                  <a:gd name="connsiteY23" fmla="*/ 2452081 h 5676478"/>
                  <a:gd name="connsiteX24" fmla="*/ 10341535 w 10399592"/>
                  <a:gd name="connsiteY24" fmla="*/ 2858481 h 5676478"/>
                  <a:gd name="connsiteX25" fmla="*/ 10385078 w 10399592"/>
                  <a:gd name="connsiteY25" fmla="*/ 3468081 h 5676478"/>
                  <a:gd name="connsiteX26" fmla="*/ 9819021 w 10399592"/>
                  <a:gd name="connsiteY26" fmla="*/ 3743853 h 5676478"/>
                  <a:gd name="connsiteX27" fmla="*/ 10370564 w 10399592"/>
                  <a:gd name="connsiteY27" fmla="*/ 3714824 h 5676478"/>
                  <a:gd name="connsiteX28" fmla="*/ 10297992 w 10399592"/>
                  <a:gd name="connsiteY28" fmla="*/ 4222824 h 5676478"/>
                  <a:gd name="connsiteX29" fmla="*/ 10145592 w 10399592"/>
                  <a:gd name="connsiteY29" fmla="*/ 4914067 h 5676478"/>
                  <a:gd name="connsiteX30" fmla="*/ 10253864 w 10399592"/>
                  <a:gd name="connsiteY30" fmla="*/ 5500959 h 5676478"/>
                  <a:gd name="connsiteX31" fmla="*/ 10136661 w 10399592"/>
                  <a:gd name="connsiteY31" fmla="*/ 5676478 h 5676478"/>
                  <a:gd name="connsiteX32" fmla="*/ 1807135 w 10399592"/>
                  <a:gd name="connsiteY32" fmla="*/ 1827967 h 5676478"/>
                  <a:gd name="connsiteX33" fmla="*/ 0 w 10399592"/>
                  <a:gd name="connsiteY33" fmla="*/ 179436 h 5676478"/>
                  <a:gd name="connsiteX0" fmla="*/ 0 w 10399592"/>
                  <a:gd name="connsiteY0" fmla="*/ 179436 h 5676478"/>
                  <a:gd name="connsiteX1" fmla="*/ 331659 w 10399592"/>
                  <a:gd name="connsiteY1" fmla="*/ 42107 h 5676478"/>
                  <a:gd name="connsiteX2" fmla="*/ 1371707 w 10399592"/>
                  <a:gd name="connsiteY2" fmla="*/ 103944 h 5676478"/>
                  <a:gd name="connsiteX3" fmla="*/ 2199021 w 10399592"/>
                  <a:gd name="connsiteY3" fmla="*/ 86253 h 5676478"/>
                  <a:gd name="connsiteX4" fmla="*/ 3128149 w 10399592"/>
                  <a:gd name="connsiteY4" fmla="*/ 133831 h 5676478"/>
                  <a:gd name="connsiteX5" fmla="*/ 4245535 w 10399592"/>
                  <a:gd name="connsiteY5" fmla="*/ 129795 h 5676478"/>
                  <a:gd name="connsiteX6" fmla="*/ 5116392 w 10399592"/>
                  <a:gd name="connsiteY6" fmla="*/ 100767 h 5676478"/>
                  <a:gd name="connsiteX7" fmla="*/ 5406678 w 10399592"/>
                  <a:gd name="connsiteY7" fmla="*/ 144310 h 5676478"/>
                  <a:gd name="connsiteX8" fmla="*/ 5678768 w 10399592"/>
                  <a:gd name="connsiteY8" fmla="*/ 113820 h 5676478"/>
                  <a:gd name="connsiteX9" fmla="*/ 5937400 w 10399592"/>
                  <a:gd name="connsiteY9" fmla="*/ 104603 h 5676478"/>
                  <a:gd name="connsiteX10" fmla="*/ 6249064 w 10399592"/>
                  <a:gd name="connsiteY10" fmla="*/ 122295 h 5676478"/>
                  <a:gd name="connsiteX11" fmla="*/ 6771021 w 10399592"/>
                  <a:gd name="connsiteY11" fmla="*/ 91257 h 5676478"/>
                  <a:gd name="connsiteX12" fmla="*/ 7825093 w 10399592"/>
                  <a:gd name="connsiteY12" fmla="*/ 88588 h 5676478"/>
                  <a:gd name="connsiteX13" fmla="*/ 8439326 w 10399592"/>
                  <a:gd name="connsiteY13" fmla="*/ 99848 h 5676478"/>
                  <a:gd name="connsiteX14" fmla="*/ 9148981 w 10399592"/>
                  <a:gd name="connsiteY14" fmla="*/ 135076 h 5676478"/>
                  <a:gd name="connsiteX15" fmla="*/ 9958209 w 10399592"/>
                  <a:gd name="connsiteY15" fmla="*/ 26108 h 5676478"/>
                  <a:gd name="connsiteX16" fmla="*/ 10366991 w 10399592"/>
                  <a:gd name="connsiteY16" fmla="*/ 0 h 5676478"/>
                  <a:gd name="connsiteX17" fmla="*/ 10268964 w 10399592"/>
                  <a:gd name="connsiteY17" fmla="*/ 753910 h 5676478"/>
                  <a:gd name="connsiteX18" fmla="*/ 10341535 w 10399592"/>
                  <a:gd name="connsiteY18" fmla="*/ 1073224 h 5676478"/>
                  <a:gd name="connsiteX19" fmla="*/ 10283478 w 10399592"/>
                  <a:gd name="connsiteY19" fmla="*/ 1624767 h 5676478"/>
                  <a:gd name="connsiteX20" fmla="*/ 10007707 w 10399592"/>
                  <a:gd name="connsiteY20" fmla="*/ 1726367 h 5676478"/>
                  <a:gd name="connsiteX21" fmla="*/ 9557764 w 10399592"/>
                  <a:gd name="connsiteY21" fmla="*/ 1900538 h 5676478"/>
                  <a:gd name="connsiteX22" fmla="*/ 10356050 w 10399592"/>
                  <a:gd name="connsiteY22" fmla="*/ 1915053 h 5676478"/>
                  <a:gd name="connsiteX23" fmla="*/ 10399592 w 10399592"/>
                  <a:gd name="connsiteY23" fmla="*/ 2452081 h 5676478"/>
                  <a:gd name="connsiteX24" fmla="*/ 10341535 w 10399592"/>
                  <a:gd name="connsiteY24" fmla="*/ 2858481 h 5676478"/>
                  <a:gd name="connsiteX25" fmla="*/ 10385078 w 10399592"/>
                  <a:gd name="connsiteY25" fmla="*/ 3468081 h 5676478"/>
                  <a:gd name="connsiteX26" fmla="*/ 9819021 w 10399592"/>
                  <a:gd name="connsiteY26" fmla="*/ 3743853 h 5676478"/>
                  <a:gd name="connsiteX27" fmla="*/ 10370564 w 10399592"/>
                  <a:gd name="connsiteY27" fmla="*/ 3714824 h 5676478"/>
                  <a:gd name="connsiteX28" fmla="*/ 10297992 w 10399592"/>
                  <a:gd name="connsiteY28" fmla="*/ 4222824 h 5676478"/>
                  <a:gd name="connsiteX29" fmla="*/ 10145592 w 10399592"/>
                  <a:gd name="connsiteY29" fmla="*/ 4914067 h 5676478"/>
                  <a:gd name="connsiteX30" fmla="*/ 10253864 w 10399592"/>
                  <a:gd name="connsiteY30" fmla="*/ 5500959 h 5676478"/>
                  <a:gd name="connsiteX31" fmla="*/ 10136661 w 10399592"/>
                  <a:gd name="connsiteY31" fmla="*/ 5676478 h 5676478"/>
                  <a:gd name="connsiteX32" fmla="*/ 1807135 w 10399592"/>
                  <a:gd name="connsiteY32" fmla="*/ 1827967 h 5676478"/>
                  <a:gd name="connsiteX33" fmla="*/ 0 w 10399592"/>
                  <a:gd name="connsiteY33" fmla="*/ 179436 h 567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0399592" h="5676478">
                    <a:moveTo>
                      <a:pt x="0" y="179436"/>
                    </a:moveTo>
                    <a:lnTo>
                      <a:pt x="331659" y="42107"/>
                    </a:lnTo>
                    <a:lnTo>
                      <a:pt x="1371707" y="103944"/>
                    </a:lnTo>
                    <a:lnTo>
                      <a:pt x="2199021" y="86253"/>
                    </a:lnTo>
                    <a:lnTo>
                      <a:pt x="3128149" y="133831"/>
                    </a:lnTo>
                    <a:lnTo>
                      <a:pt x="4245535" y="129795"/>
                    </a:lnTo>
                    <a:lnTo>
                      <a:pt x="5116392" y="100767"/>
                    </a:lnTo>
                    <a:lnTo>
                      <a:pt x="5406678" y="144310"/>
                    </a:lnTo>
                    <a:lnTo>
                      <a:pt x="5678768" y="113820"/>
                    </a:lnTo>
                    <a:lnTo>
                      <a:pt x="5937400" y="104603"/>
                    </a:lnTo>
                    <a:lnTo>
                      <a:pt x="6249064" y="122295"/>
                    </a:lnTo>
                    <a:lnTo>
                      <a:pt x="6771021" y="91257"/>
                    </a:lnTo>
                    <a:lnTo>
                      <a:pt x="7825093" y="88588"/>
                    </a:lnTo>
                    <a:lnTo>
                      <a:pt x="8439326" y="99848"/>
                    </a:lnTo>
                    <a:lnTo>
                      <a:pt x="9148981" y="135076"/>
                    </a:lnTo>
                    <a:lnTo>
                      <a:pt x="9958209" y="26108"/>
                    </a:lnTo>
                    <a:cubicBezTo>
                      <a:pt x="10105969" y="5949"/>
                      <a:pt x="10210606" y="28751"/>
                      <a:pt x="10366991" y="0"/>
                    </a:cubicBezTo>
                    <a:lnTo>
                      <a:pt x="10268964" y="753910"/>
                    </a:lnTo>
                    <a:lnTo>
                      <a:pt x="10341535" y="1073224"/>
                    </a:lnTo>
                    <a:lnTo>
                      <a:pt x="10283478" y="1624767"/>
                    </a:lnTo>
                    <a:lnTo>
                      <a:pt x="10007707" y="1726367"/>
                    </a:lnTo>
                    <a:lnTo>
                      <a:pt x="9557764" y="1900538"/>
                    </a:lnTo>
                    <a:lnTo>
                      <a:pt x="10356050" y="1915053"/>
                    </a:lnTo>
                    <a:lnTo>
                      <a:pt x="10399592" y="2452081"/>
                    </a:lnTo>
                    <a:lnTo>
                      <a:pt x="10341535" y="2858481"/>
                    </a:lnTo>
                    <a:lnTo>
                      <a:pt x="10385078" y="3468081"/>
                    </a:lnTo>
                    <a:lnTo>
                      <a:pt x="9819021" y="3743853"/>
                    </a:lnTo>
                    <a:lnTo>
                      <a:pt x="10370564" y="3714824"/>
                    </a:lnTo>
                    <a:lnTo>
                      <a:pt x="10297992" y="4222824"/>
                    </a:lnTo>
                    <a:lnTo>
                      <a:pt x="10145592" y="4914067"/>
                    </a:lnTo>
                    <a:lnTo>
                      <a:pt x="10253864" y="5500959"/>
                    </a:lnTo>
                    <a:lnTo>
                      <a:pt x="10136661" y="5676478"/>
                    </a:lnTo>
                    <a:lnTo>
                      <a:pt x="1807135" y="1827967"/>
                    </a:lnTo>
                    <a:lnTo>
                      <a:pt x="0" y="179436"/>
                    </a:lnTo>
                    <a:close/>
                  </a:path>
                </a:pathLst>
              </a:custGeom>
              <a:solidFill>
                <a:schemeClr val="bg1"/>
              </a:solidFill>
              <a:ln w="317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  <p:sp>
            <p:nvSpPr>
              <p:cNvPr id="6" name="자유형: 도형 5">
                <a:extLst>
                  <a:ext uri="{FF2B5EF4-FFF2-40B4-BE49-F238E27FC236}">
                    <a16:creationId xmlns:a16="http://schemas.microsoft.com/office/drawing/2014/main" id="{94C8C8D2-1F51-4759-A98E-81C33EB91766}"/>
                  </a:ext>
                </a:extLst>
              </p:cNvPr>
              <p:cNvSpPr/>
              <p:nvPr/>
            </p:nvSpPr>
            <p:spPr>
              <a:xfrm>
                <a:off x="301626" y="524688"/>
                <a:ext cx="11391378" cy="6140982"/>
              </a:xfrm>
              <a:custGeom>
                <a:avLst/>
                <a:gdLst>
                  <a:gd name="connsiteX0" fmla="*/ 101600 w 10174515"/>
                  <a:gd name="connsiteY0" fmla="*/ 0 h 5413829"/>
                  <a:gd name="connsiteX1" fmla="*/ 2641600 w 10174515"/>
                  <a:gd name="connsiteY1" fmla="*/ 87086 h 5413829"/>
                  <a:gd name="connsiteX2" fmla="*/ 5529943 w 10174515"/>
                  <a:gd name="connsiteY2" fmla="*/ 116115 h 5413829"/>
                  <a:gd name="connsiteX3" fmla="*/ 7170058 w 10174515"/>
                  <a:gd name="connsiteY3" fmla="*/ 232229 h 5413829"/>
                  <a:gd name="connsiteX4" fmla="*/ 8795658 w 10174515"/>
                  <a:gd name="connsiteY4" fmla="*/ 203200 h 5413829"/>
                  <a:gd name="connsiteX5" fmla="*/ 10116458 w 10174515"/>
                  <a:gd name="connsiteY5" fmla="*/ 304800 h 5413829"/>
                  <a:gd name="connsiteX6" fmla="*/ 10072915 w 10174515"/>
                  <a:gd name="connsiteY6" fmla="*/ 1567543 h 5413829"/>
                  <a:gd name="connsiteX7" fmla="*/ 9361715 w 10174515"/>
                  <a:gd name="connsiteY7" fmla="*/ 1785257 h 5413829"/>
                  <a:gd name="connsiteX8" fmla="*/ 10072915 w 10174515"/>
                  <a:gd name="connsiteY8" fmla="*/ 1814286 h 5413829"/>
                  <a:gd name="connsiteX9" fmla="*/ 10145486 w 10174515"/>
                  <a:gd name="connsiteY9" fmla="*/ 2496457 h 5413829"/>
                  <a:gd name="connsiteX10" fmla="*/ 10174515 w 10174515"/>
                  <a:gd name="connsiteY10" fmla="*/ 3062515 h 5413829"/>
                  <a:gd name="connsiteX11" fmla="*/ 10087429 w 10174515"/>
                  <a:gd name="connsiteY11" fmla="*/ 3265715 h 5413829"/>
                  <a:gd name="connsiteX12" fmla="*/ 10160000 w 10174515"/>
                  <a:gd name="connsiteY12" fmla="*/ 3483429 h 5413829"/>
                  <a:gd name="connsiteX13" fmla="*/ 9564915 w 10174515"/>
                  <a:gd name="connsiteY13" fmla="*/ 3628572 h 5413829"/>
                  <a:gd name="connsiteX14" fmla="*/ 10000343 w 10174515"/>
                  <a:gd name="connsiteY14" fmla="*/ 3730172 h 5413829"/>
                  <a:gd name="connsiteX15" fmla="*/ 10160000 w 10174515"/>
                  <a:gd name="connsiteY15" fmla="*/ 3889829 h 5413829"/>
                  <a:gd name="connsiteX16" fmla="*/ 10000343 w 10174515"/>
                  <a:gd name="connsiteY16" fmla="*/ 4441372 h 5413829"/>
                  <a:gd name="connsiteX17" fmla="*/ 10014858 w 10174515"/>
                  <a:gd name="connsiteY17" fmla="*/ 4891315 h 5413829"/>
                  <a:gd name="connsiteX18" fmla="*/ 9985829 w 10174515"/>
                  <a:gd name="connsiteY18" fmla="*/ 5254172 h 5413829"/>
                  <a:gd name="connsiteX19" fmla="*/ 9332686 w 10174515"/>
                  <a:gd name="connsiteY19" fmla="*/ 5312229 h 5413829"/>
                  <a:gd name="connsiteX20" fmla="*/ 7982858 w 10174515"/>
                  <a:gd name="connsiteY20" fmla="*/ 5384800 h 5413829"/>
                  <a:gd name="connsiteX21" fmla="*/ 7082972 w 10174515"/>
                  <a:gd name="connsiteY21" fmla="*/ 5413829 h 5413829"/>
                  <a:gd name="connsiteX22" fmla="*/ 6110515 w 10174515"/>
                  <a:gd name="connsiteY22" fmla="*/ 5370286 h 5413829"/>
                  <a:gd name="connsiteX23" fmla="*/ 5486400 w 10174515"/>
                  <a:gd name="connsiteY23" fmla="*/ 5370286 h 5413829"/>
                  <a:gd name="connsiteX24" fmla="*/ 4731658 w 10174515"/>
                  <a:gd name="connsiteY24" fmla="*/ 5413829 h 5413829"/>
                  <a:gd name="connsiteX25" fmla="*/ 4122058 w 10174515"/>
                  <a:gd name="connsiteY25" fmla="*/ 5326743 h 5413829"/>
                  <a:gd name="connsiteX26" fmla="*/ 3643086 w 10174515"/>
                  <a:gd name="connsiteY26" fmla="*/ 5355772 h 5413829"/>
                  <a:gd name="connsiteX27" fmla="*/ 2873829 w 10174515"/>
                  <a:gd name="connsiteY27" fmla="*/ 5268686 h 5413829"/>
                  <a:gd name="connsiteX28" fmla="*/ 1915886 w 10174515"/>
                  <a:gd name="connsiteY28" fmla="*/ 5312229 h 5413829"/>
                  <a:gd name="connsiteX29" fmla="*/ 522515 w 10174515"/>
                  <a:gd name="connsiteY29" fmla="*/ 5268686 h 5413829"/>
                  <a:gd name="connsiteX30" fmla="*/ 29029 w 10174515"/>
                  <a:gd name="connsiteY30" fmla="*/ 5355772 h 5413829"/>
                  <a:gd name="connsiteX31" fmla="*/ 116115 w 10174515"/>
                  <a:gd name="connsiteY31" fmla="*/ 4905829 h 5413829"/>
                  <a:gd name="connsiteX32" fmla="*/ 58058 w 10174515"/>
                  <a:gd name="connsiteY32" fmla="*/ 4528457 h 5413829"/>
                  <a:gd name="connsiteX33" fmla="*/ 130629 w 10174515"/>
                  <a:gd name="connsiteY33" fmla="*/ 4049486 h 5413829"/>
                  <a:gd name="connsiteX34" fmla="*/ 116115 w 10174515"/>
                  <a:gd name="connsiteY34" fmla="*/ 3686629 h 5413829"/>
                  <a:gd name="connsiteX35" fmla="*/ 116115 w 10174515"/>
                  <a:gd name="connsiteY35" fmla="*/ 3599543 h 5413829"/>
                  <a:gd name="connsiteX36" fmla="*/ 928915 w 10174515"/>
                  <a:gd name="connsiteY36" fmla="*/ 3454400 h 5413829"/>
                  <a:gd name="connsiteX37" fmla="*/ 116115 w 10174515"/>
                  <a:gd name="connsiteY37" fmla="*/ 3323772 h 5413829"/>
                  <a:gd name="connsiteX38" fmla="*/ 217715 w 10174515"/>
                  <a:gd name="connsiteY38" fmla="*/ 2830286 h 5413829"/>
                  <a:gd name="connsiteX39" fmla="*/ 87086 w 10174515"/>
                  <a:gd name="connsiteY39" fmla="*/ 2496457 h 5413829"/>
                  <a:gd name="connsiteX40" fmla="*/ 101600 w 10174515"/>
                  <a:gd name="connsiteY40" fmla="*/ 1988457 h 5413829"/>
                  <a:gd name="connsiteX41" fmla="*/ 0 w 10174515"/>
                  <a:gd name="connsiteY41" fmla="*/ 1814286 h 5413829"/>
                  <a:gd name="connsiteX42" fmla="*/ 624115 w 10174515"/>
                  <a:gd name="connsiteY42" fmla="*/ 1640115 h 5413829"/>
                  <a:gd name="connsiteX43" fmla="*/ 87086 w 10174515"/>
                  <a:gd name="connsiteY43" fmla="*/ 1494972 h 5413829"/>
                  <a:gd name="connsiteX44" fmla="*/ 116115 w 10174515"/>
                  <a:gd name="connsiteY44" fmla="*/ 1103086 h 5413829"/>
                  <a:gd name="connsiteX45" fmla="*/ 188686 w 10174515"/>
                  <a:gd name="connsiteY45" fmla="*/ 754743 h 5413829"/>
                  <a:gd name="connsiteX46" fmla="*/ 58058 w 10174515"/>
                  <a:gd name="connsiteY46" fmla="*/ 595086 h 5413829"/>
                  <a:gd name="connsiteX47" fmla="*/ 29029 w 10174515"/>
                  <a:gd name="connsiteY47" fmla="*/ 232229 h 5413829"/>
                  <a:gd name="connsiteX48" fmla="*/ 101600 w 10174515"/>
                  <a:gd name="connsiteY48" fmla="*/ 0 h 5413829"/>
                  <a:gd name="connsiteX0" fmla="*/ 101600 w 10174515"/>
                  <a:gd name="connsiteY0" fmla="*/ 0 h 5413829"/>
                  <a:gd name="connsiteX1" fmla="*/ 2641600 w 10174515"/>
                  <a:gd name="connsiteY1" fmla="*/ 87086 h 5413829"/>
                  <a:gd name="connsiteX2" fmla="*/ 5529943 w 10174515"/>
                  <a:gd name="connsiteY2" fmla="*/ 116115 h 5413829"/>
                  <a:gd name="connsiteX3" fmla="*/ 7170058 w 10174515"/>
                  <a:gd name="connsiteY3" fmla="*/ 232229 h 5413829"/>
                  <a:gd name="connsiteX4" fmla="*/ 8795658 w 10174515"/>
                  <a:gd name="connsiteY4" fmla="*/ 203200 h 5413829"/>
                  <a:gd name="connsiteX5" fmla="*/ 10116458 w 10174515"/>
                  <a:gd name="connsiteY5" fmla="*/ 304800 h 5413829"/>
                  <a:gd name="connsiteX6" fmla="*/ 10072915 w 10174515"/>
                  <a:gd name="connsiteY6" fmla="*/ 1567543 h 5413829"/>
                  <a:gd name="connsiteX7" fmla="*/ 9361715 w 10174515"/>
                  <a:gd name="connsiteY7" fmla="*/ 1785257 h 5413829"/>
                  <a:gd name="connsiteX8" fmla="*/ 10085615 w 10174515"/>
                  <a:gd name="connsiteY8" fmla="*/ 1903186 h 5413829"/>
                  <a:gd name="connsiteX9" fmla="*/ 10145486 w 10174515"/>
                  <a:gd name="connsiteY9" fmla="*/ 2496457 h 5413829"/>
                  <a:gd name="connsiteX10" fmla="*/ 10174515 w 10174515"/>
                  <a:gd name="connsiteY10" fmla="*/ 3062515 h 5413829"/>
                  <a:gd name="connsiteX11" fmla="*/ 10087429 w 10174515"/>
                  <a:gd name="connsiteY11" fmla="*/ 3265715 h 5413829"/>
                  <a:gd name="connsiteX12" fmla="*/ 10160000 w 10174515"/>
                  <a:gd name="connsiteY12" fmla="*/ 3483429 h 5413829"/>
                  <a:gd name="connsiteX13" fmla="*/ 9564915 w 10174515"/>
                  <a:gd name="connsiteY13" fmla="*/ 3628572 h 5413829"/>
                  <a:gd name="connsiteX14" fmla="*/ 10000343 w 10174515"/>
                  <a:gd name="connsiteY14" fmla="*/ 3730172 h 5413829"/>
                  <a:gd name="connsiteX15" fmla="*/ 10160000 w 10174515"/>
                  <a:gd name="connsiteY15" fmla="*/ 3889829 h 5413829"/>
                  <a:gd name="connsiteX16" fmla="*/ 10000343 w 10174515"/>
                  <a:gd name="connsiteY16" fmla="*/ 4441372 h 5413829"/>
                  <a:gd name="connsiteX17" fmla="*/ 10014858 w 10174515"/>
                  <a:gd name="connsiteY17" fmla="*/ 4891315 h 5413829"/>
                  <a:gd name="connsiteX18" fmla="*/ 9985829 w 10174515"/>
                  <a:gd name="connsiteY18" fmla="*/ 5254172 h 5413829"/>
                  <a:gd name="connsiteX19" fmla="*/ 9332686 w 10174515"/>
                  <a:gd name="connsiteY19" fmla="*/ 5312229 h 5413829"/>
                  <a:gd name="connsiteX20" fmla="*/ 7982858 w 10174515"/>
                  <a:gd name="connsiteY20" fmla="*/ 5384800 h 5413829"/>
                  <a:gd name="connsiteX21" fmla="*/ 7082972 w 10174515"/>
                  <a:gd name="connsiteY21" fmla="*/ 5413829 h 5413829"/>
                  <a:gd name="connsiteX22" fmla="*/ 6110515 w 10174515"/>
                  <a:gd name="connsiteY22" fmla="*/ 5370286 h 5413829"/>
                  <a:gd name="connsiteX23" fmla="*/ 5486400 w 10174515"/>
                  <a:gd name="connsiteY23" fmla="*/ 5370286 h 5413829"/>
                  <a:gd name="connsiteX24" fmla="*/ 4731658 w 10174515"/>
                  <a:gd name="connsiteY24" fmla="*/ 5413829 h 5413829"/>
                  <a:gd name="connsiteX25" fmla="*/ 4122058 w 10174515"/>
                  <a:gd name="connsiteY25" fmla="*/ 5326743 h 5413829"/>
                  <a:gd name="connsiteX26" fmla="*/ 3643086 w 10174515"/>
                  <a:gd name="connsiteY26" fmla="*/ 5355772 h 5413829"/>
                  <a:gd name="connsiteX27" fmla="*/ 2873829 w 10174515"/>
                  <a:gd name="connsiteY27" fmla="*/ 5268686 h 5413829"/>
                  <a:gd name="connsiteX28" fmla="*/ 1915886 w 10174515"/>
                  <a:gd name="connsiteY28" fmla="*/ 5312229 h 5413829"/>
                  <a:gd name="connsiteX29" fmla="*/ 522515 w 10174515"/>
                  <a:gd name="connsiteY29" fmla="*/ 5268686 h 5413829"/>
                  <a:gd name="connsiteX30" fmla="*/ 29029 w 10174515"/>
                  <a:gd name="connsiteY30" fmla="*/ 5355772 h 5413829"/>
                  <a:gd name="connsiteX31" fmla="*/ 116115 w 10174515"/>
                  <a:gd name="connsiteY31" fmla="*/ 4905829 h 5413829"/>
                  <a:gd name="connsiteX32" fmla="*/ 58058 w 10174515"/>
                  <a:gd name="connsiteY32" fmla="*/ 4528457 h 5413829"/>
                  <a:gd name="connsiteX33" fmla="*/ 130629 w 10174515"/>
                  <a:gd name="connsiteY33" fmla="*/ 4049486 h 5413829"/>
                  <a:gd name="connsiteX34" fmla="*/ 116115 w 10174515"/>
                  <a:gd name="connsiteY34" fmla="*/ 3686629 h 5413829"/>
                  <a:gd name="connsiteX35" fmla="*/ 116115 w 10174515"/>
                  <a:gd name="connsiteY35" fmla="*/ 3599543 h 5413829"/>
                  <a:gd name="connsiteX36" fmla="*/ 928915 w 10174515"/>
                  <a:gd name="connsiteY36" fmla="*/ 3454400 h 5413829"/>
                  <a:gd name="connsiteX37" fmla="*/ 116115 w 10174515"/>
                  <a:gd name="connsiteY37" fmla="*/ 3323772 h 5413829"/>
                  <a:gd name="connsiteX38" fmla="*/ 217715 w 10174515"/>
                  <a:gd name="connsiteY38" fmla="*/ 2830286 h 5413829"/>
                  <a:gd name="connsiteX39" fmla="*/ 87086 w 10174515"/>
                  <a:gd name="connsiteY39" fmla="*/ 2496457 h 5413829"/>
                  <a:gd name="connsiteX40" fmla="*/ 101600 w 10174515"/>
                  <a:gd name="connsiteY40" fmla="*/ 1988457 h 5413829"/>
                  <a:gd name="connsiteX41" fmla="*/ 0 w 10174515"/>
                  <a:gd name="connsiteY41" fmla="*/ 1814286 h 5413829"/>
                  <a:gd name="connsiteX42" fmla="*/ 624115 w 10174515"/>
                  <a:gd name="connsiteY42" fmla="*/ 1640115 h 5413829"/>
                  <a:gd name="connsiteX43" fmla="*/ 87086 w 10174515"/>
                  <a:gd name="connsiteY43" fmla="*/ 1494972 h 5413829"/>
                  <a:gd name="connsiteX44" fmla="*/ 116115 w 10174515"/>
                  <a:gd name="connsiteY44" fmla="*/ 1103086 h 5413829"/>
                  <a:gd name="connsiteX45" fmla="*/ 188686 w 10174515"/>
                  <a:gd name="connsiteY45" fmla="*/ 754743 h 5413829"/>
                  <a:gd name="connsiteX46" fmla="*/ 58058 w 10174515"/>
                  <a:gd name="connsiteY46" fmla="*/ 595086 h 5413829"/>
                  <a:gd name="connsiteX47" fmla="*/ 29029 w 10174515"/>
                  <a:gd name="connsiteY47" fmla="*/ 232229 h 5413829"/>
                  <a:gd name="connsiteX48" fmla="*/ 101600 w 10174515"/>
                  <a:gd name="connsiteY48" fmla="*/ 0 h 5413829"/>
                  <a:gd name="connsiteX0" fmla="*/ 101600 w 10174515"/>
                  <a:gd name="connsiteY0" fmla="*/ 0 h 5413829"/>
                  <a:gd name="connsiteX1" fmla="*/ 2641600 w 10174515"/>
                  <a:gd name="connsiteY1" fmla="*/ 87086 h 5413829"/>
                  <a:gd name="connsiteX2" fmla="*/ 5529943 w 10174515"/>
                  <a:gd name="connsiteY2" fmla="*/ 116115 h 5413829"/>
                  <a:gd name="connsiteX3" fmla="*/ 7170058 w 10174515"/>
                  <a:gd name="connsiteY3" fmla="*/ 232229 h 5413829"/>
                  <a:gd name="connsiteX4" fmla="*/ 8795658 w 10174515"/>
                  <a:gd name="connsiteY4" fmla="*/ 203200 h 5413829"/>
                  <a:gd name="connsiteX5" fmla="*/ 10116458 w 10174515"/>
                  <a:gd name="connsiteY5" fmla="*/ 304800 h 5413829"/>
                  <a:gd name="connsiteX6" fmla="*/ 10072915 w 10174515"/>
                  <a:gd name="connsiteY6" fmla="*/ 1567543 h 5413829"/>
                  <a:gd name="connsiteX7" fmla="*/ 9361715 w 10174515"/>
                  <a:gd name="connsiteY7" fmla="*/ 1785257 h 5413829"/>
                  <a:gd name="connsiteX8" fmla="*/ 10085615 w 10174515"/>
                  <a:gd name="connsiteY8" fmla="*/ 1903186 h 5413829"/>
                  <a:gd name="connsiteX9" fmla="*/ 10145486 w 10174515"/>
                  <a:gd name="connsiteY9" fmla="*/ 2496457 h 5413829"/>
                  <a:gd name="connsiteX10" fmla="*/ 10174515 w 10174515"/>
                  <a:gd name="connsiteY10" fmla="*/ 3062515 h 5413829"/>
                  <a:gd name="connsiteX11" fmla="*/ 10087429 w 10174515"/>
                  <a:gd name="connsiteY11" fmla="*/ 3265715 h 5413829"/>
                  <a:gd name="connsiteX12" fmla="*/ 10160000 w 10174515"/>
                  <a:gd name="connsiteY12" fmla="*/ 3483429 h 5413829"/>
                  <a:gd name="connsiteX13" fmla="*/ 9564915 w 10174515"/>
                  <a:gd name="connsiteY13" fmla="*/ 3628572 h 5413829"/>
                  <a:gd name="connsiteX14" fmla="*/ 10000343 w 10174515"/>
                  <a:gd name="connsiteY14" fmla="*/ 3730172 h 5413829"/>
                  <a:gd name="connsiteX15" fmla="*/ 10147300 w 10174515"/>
                  <a:gd name="connsiteY15" fmla="*/ 3851729 h 5413829"/>
                  <a:gd name="connsiteX16" fmla="*/ 10000343 w 10174515"/>
                  <a:gd name="connsiteY16" fmla="*/ 4441372 h 5413829"/>
                  <a:gd name="connsiteX17" fmla="*/ 10014858 w 10174515"/>
                  <a:gd name="connsiteY17" fmla="*/ 4891315 h 5413829"/>
                  <a:gd name="connsiteX18" fmla="*/ 9985829 w 10174515"/>
                  <a:gd name="connsiteY18" fmla="*/ 5254172 h 5413829"/>
                  <a:gd name="connsiteX19" fmla="*/ 9332686 w 10174515"/>
                  <a:gd name="connsiteY19" fmla="*/ 5312229 h 5413829"/>
                  <a:gd name="connsiteX20" fmla="*/ 7982858 w 10174515"/>
                  <a:gd name="connsiteY20" fmla="*/ 5384800 h 5413829"/>
                  <a:gd name="connsiteX21" fmla="*/ 7082972 w 10174515"/>
                  <a:gd name="connsiteY21" fmla="*/ 5413829 h 5413829"/>
                  <a:gd name="connsiteX22" fmla="*/ 6110515 w 10174515"/>
                  <a:gd name="connsiteY22" fmla="*/ 5370286 h 5413829"/>
                  <a:gd name="connsiteX23" fmla="*/ 5486400 w 10174515"/>
                  <a:gd name="connsiteY23" fmla="*/ 5370286 h 5413829"/>
                  <a:gd name="connsiteX24" fmla="*/ 4731658 w 10174515"/>
                  <a:gd name="connsiteY24" fmla="*/ 5413829 h 5413829"/>
                  <a:gd name="connsiteX25" fmla="*/ 4122058 w 10174515"/>
                  <a:gd name="connsiteY25" fmla="*/ 5326743 h 5413829"/>
                  <a:gd name="connsiteX26" fmla="*/ 3643086 w 10174515"/>
                  <a:gd name="connsiteY26" fmla="*/ 5355772 h 5413829"/>
                  <a:gd name="connsiteX27" fmla="*/ 2873829 w 10174515"/>
                  <a:gd name="connsiteY27" fmla="*/ 5268686 h 5413829"/>
                  <a:gd name="connsiteX28" fmla="*/ 1915886 w 10174515"/>
                  <a:gd name="connsiteY28" fmla="*/ 5312229 h 5413829"/>
                  <a:gd name="connsiteX29" fmla="*/ 522515 w 10174515"/>
                  <a:gd name="connsiteY29" fmla="*/ 5268686 h 5413829"/>
                  <a:gd name="connsiteX30" fmla="*/ 29029 w 10174515"/>
                  <a:gd name="connsiteY30" fmla="*/ 5355772 h 5413829"/>
                  <a:gd name="connsiteX31" fmla="*/ 116115 w 10174515"/>
                  <a:gd name="connsiteY31" fmla="*/ 4905829 h 5413829"/>
                  <a:gd name="connsiteX32" fmla="*/ 58058 w 10174515"/>
                  <a:gd name="connsiteY32" fmla="*/ 4528457 h 5413829"/>
                  <a:gd name="connsiteX33" fmla="*/ 130629 w 10174515"/>
                  <a:gd name="connsiteY33" fmla="*/ 4049486 h 5413829"/>
                  <a:gd name="connsiteX34" fmla="*/ 116115 w 10174515"/>
                  <a:gd name="connsiteY34" fmla="*/ 3686629 h 5413829"/>
                  <a:gd name="connsiteX35" fmla="*/ 116115 w 10174515"/>
                  <a:gd name="connsiteY35" fmla="*/ 3599543 h 5413829"/>
                  <a:gd name="connsiteX36" fmla="*/ 928915 w 10174515"/>
                  <a:gd name="connsiteY36" fmla="*/ 3454400 h 5413829"/>
                  <a:gd name="connsiteX37" fmla="*/ 116115 w 10174515"/>
                  <a:gd name="connsiteY37" fmla="*/ 3323772 h 5413829"/>
                  <a:gd name="connsiteX38" fmla="*/ 217715 w 10174515"/>
                  <a:gd name="connsiteY38" fmla="*/ 2830286 h 5413829"/>
                  <a:gd name="connsiteX39" fmla="*/ 87086 w 10174515"/>
                  <a:gd name="connsiteY39" fmla="*/ 2496457 h 5413829"/>
                  <a:gd name="connsiteX40" fmla="*/ 101600 w 10174515"/>
                  <a:gd name="connsiteY40" fmla="*/ 1988457 h 5413829"/>
                  <a:gd name="connsiteX41" fmla="*/ 0 w 10174515"/>
                  <a:gd name="connsiteY41" fmla="*/ 1814286 h 5413829"/>
                  <a:gd name="connsiteX42" fmla="*/ 624115 w 10174515"/>
                  <a:gd name="connsiteY42" fmla="*/ 1640115 h 5413829"/>
                  <a:gd name="connsiteX43" fmla="*/ 87086 w 10174515"/>
                  <a:gd name="connsiteY43" fmla="*/ 1494972 h 5413829"/>
                  <a:gd name="connsiteX44" fmla="*/ 116115 w 10174515"/>
                  <a:gd name="connsiteY44" fmla="*/ 1103086 h 5413829"/>
                  <a:gd name="connsiteX45" fmla="*/ 188686 w 10174515"/>
                  <a:gd name="connsiteY45" fmla="*/ 754743 h 5413829"/>
                  <a:gd name="connsiteX46" fmla="*/ 58058 w 10174515"/>
                  <a:gd name="connsiteY46" fmla="*/ 595086 h 5413829"/>
                  <a:gd name="connsiteX47" fmla="*/ 29029 w 10174515"/>
                  <a:gd name="connsiteY47" fmla="*/ 232229 h 5413829"/>
                  <a:gd name="connsiteX48" fmla="*/ 101600 w 10174515"/>
                  <a:gd name="connsiteY48" fmla="*/ 0 h 5413829"/>
                  <a:gd name="connsiteX0" fmla="*/ 101600 w 10181325"/>
                  <a:gd name="connsiteY0" fmla="*/ 0 h 5483288"/>
                  <a:gd name="connsiteX1" fmla="*/ 2641600 w 10181325"/>
                  <a:gd name="connsiteY1" fmla="*/ 87086 h 5483288"/>
                  <a:gd name="connsiteX2" fmla="*/ 5529943 w 10181325"/>
                  <a:gd name="connsiteY2" fmla="*/ 116115 h 5483288"/>
                  <a:gd name="connsiteX3" fmla="*/ 7170058 w 10181325"/>
                  <a:gd name="connsiteY3" fmla="*/ 232229 h 5483288"/>
                  <a:gd name="connsiteX4" fmla="*/ 8795658 w 10181325"/>
                  <a:gd name="connsiteY4" fmla="*/ 203200 h 5483288"/>
                  <a:gd name="connsiteX5" fmla="*/ 10116458 w 10181325"/>
                  <a:gd name="connsiteY5" fmla="*/ 304800 h 5483288"/>
                  <a:gd name="connsiteX6" fmla="*/ 10072915 w 10181325"/>
                  <a:gd name="connsiteY6" fmla="*/ 1567543 h 5483288"/>
                  <a:gd name="connsiteX7" fmla="*/ 9361715 w 10181325"/>
                  <a:gd name="connsiteY7" fmla="*/ 1785257 h 5483288"/>
                  <a:gd name="connsiteX8" fmla="*/ 10085615 w 10181325"/>
                  <a:gd name="connsiteY8" fmla="*/ 1903186 h 5483288"/>
                  <a:gd name="connsiteX9" fmla="*/ 10145486 w 10181325"/>
                  <a:gd name="connsiteY9" fmla="*/ 2496457 h 5483288"/>
                  <a:gd name="connsiteX10" fmla="*/ 10174515 w 10181325"/>
                  <a:gd name="connsiteY10" fmla="*/ 3062515 h 5483288"/>
                  <a:gd name="connsiteX11" fmla="*/ 10087429 w 10181325"/>
                  <a:gd name="connsiteY11" fmla="*/ 3265715 h 5483288"/>
                  <a:gd name="connsiteX12" fmla="*/ 10160000 w 10181325"/>
                  <a:gd name="connsiteY12" fmla="*/ 3483429 h 5483288"/>
                  <a:gd name="connsiteX13" fmla="*/ 9564915 w 10181325"/>
                  <a:gd name="connsiteY13" fmla="*/ 3628572 h 5483288"/>
                  <a:gd name="connsiteX14" fmla="*/ 10000343 w 10181325"/>
                  <a:gd name="connsiteY14" fmla="*/ 3730172 h 5483288"/>
                  <a:gd name="connsiteX15" fmla="*/ 10147300 w 10181325"/>
                  <a:gd name="connsiteY15" fmla="*/ 3851729 h 5483288"/>
                  <a:gd name="connsiteX16" fmla="*/ 10000343 w 10181325"/>
                  <a:gd name="connsiteY16" fmla="*/ 4441372 h 5483288"/>
                  <a:gd name="connsiteX17" fmla="*/ 10014858 w 10181325"/>
                  <a:gd name="connsiteY17" fmla="*/ 4891315 h 5483288"/>
                  <a:gd name="connsiteX18" fmla="*/ 10181325 w 10181325"/>
                  <a:gd name="connsiteY18" fmla="*/ 5483288 h 5483288"/>
                  <a:gd name="connsiteX19" fmla="*/ 9332686 w 10181325"/>
                  <a:gd name="connsiteY19" fmla="*/ 5312229 h 5483288"/>
                  <a:gd name="connsiteX20" fmla="*/ 7982858 w 10181325"/>
                  <a:gd name="connsiteY20" fmla="*/ 5384800 h 5483288"/>
                  <a:gd name="connsiteX21" fmla="*/ 7082972 w 10181325"/>
                  <a:gd name="connsiteY21" fmla="*/ 5413829 h 5483288"/>
                  <a:gd name="connsiteX22" fmla="*/ 6110515 w 10181325"/>
                  <a:gd name="connsiteY22" fmla="*/ 5370286 h 5483288"/>
                  <a:gd name="connsiteX23" fmla="*/ 5486400 w 10181325"/>
                  <a:gd name="connsiteY23" fmla="*/ 5370286 h 5483288"/>
                  <a:gd name="connsiteX24" fmla="*/ 4731658 w 10181325"/>
                  <a:gd name="connsiteY24" fmla="*/ 5413829 h 5483288"/>
                  <a:gd name="connsiteX25" fmla="*/ 4122058 w 10181325"/>
                  <a:gd name="connsiteY25" fmla="*/ 5326743 h 5483288"/>
                  <a:gd name="connsiteX26" fmla="*/ 3643086 w 10181325"/>
                  <a:gd name="connsiteY26" fmla="*/ 5355772 h 5483288"/>
                  <a:gd name="connsiteX27" fmla="*/ 2873829 w 10181325"/>
                  <a:gd name="connsiteY27" fmla="*/ 5268686 h 5483288"/>
                  <a:gd name="connsiteX28" fmla="*/ 1915886 w 10181325"/>
                  <a:gd name="connsiteY28" fmla="*/ 5312229 h 5483288"/>
                  <a:gd name="connsiteX29" fmla="*/ 522515 w 10181325"/>
                  <a:gd name="connsiteY29" fmla="*/ 5268686 h 5483288"/>
                  <a:gd name="connsiteX30" fmla="*/ 29029 w 10181325"/>
                  <a:gd name="connsiteY30" fmla="*/ 5355772 h 5483288"/>
                  <a:gd name="connsiteX31" fmla="*/ 116115 w 10181325"/>
                  <a:gd name="connsiteY31" fmla="*/ 4905829 h 5483288"/>
                  <a:gd name="connsiteX32" fmla="*/ 58058 w 10181325"/>
                  <a:gd name="connsiteY32" fmla="*/ 4528457 h 5483288"/>
                  <a:gd name="connsiteX33" fmla="*/ 130629 w 10181325"/>
                  <a:gd name="connsiteY33" fmla="*/ 4049486 h 5483288"/>
                  <a:gd name="connsiteX34" fmla="*/ 116115 w 10181325"/>
                  <a:gd name="connsiteY34" fmla="*/ 3686629 h 5483288"/>
                  <a:gd name="connsiteX35" fmla="*/ 116115 w 10181325"/>
                  <a:gd name="connsiteY35" fmla="*/ 3599543 h 5483288"/>
                  <a:gd name="connsiteX36" fmla="*/ 928915 w 10181325"/>
                  <a:gd name="connsiteY36" fmla="*/ 3454400 h 5483288"/>
                  <a:gd name="connsiteX37" fmla="*/ 116115 w 10181325"/>
                  <a:gd name="connsiteY37" fmla="*/ 3323772 h 5483288"/>
                  <a:gd name="connsiteX38" fmla="*/ 217715 w 10181325"/>
                  <a:gd name="connsiteY38" fmla="*/ 2830286 h 5483288"/>
                  <a:gd name="connsiteX39" fmla="*/ 87086 w 10181325"/>
                  <a:gd name="connsiteY39" fmla="*/ 2496457 h 5483288"/>
                  <a:gd name="connsiteX40" fmla="*/ 101600 w 10181325"/>
                  <a:gd name="connsiteY40" fmla="*/ 1988457 h 5483288"/>
                  <a:gd name="connsiteX41" fmla="*/ 0 w 10181325"/>
                  <a:gd name="connsiteY41" fmla="*/ 1814286 h 5483288"/>
                  <a:gd name="connsiteX42" fmla="*/ 624115 w 10181325"/>
                  <a:gd name="connsiteY42" fmla="*/ 1640115 h 5483288"/>
                  <a:gd name="connsiteX43" fmla="*/ 87086 w 10181325"/>
                  <a:gd name="connsiteY43" fmla="*/ 1494972 h 5483288"/>
                  <a:gd name="connsiteX44" fmla="*/ 116115 w 10181325"/>
                  <a:gd name="connsiteY44" fmla="*/ 1103086 h 5483288"/>
                  <a:gd name="connsiteX45" fmla="*/ 188686 w 10181325"/>
                  <a:gd name="connsiteY45" fmla="*/ 754743 h 5483288"/>
                  <a:gd name="connsiteX46" fmla="*/ 58058 w 10181325"/>
                  <a:gd name="connsiteY46" fmla="*/ 595086 h 5483288"/>
                  <a:gd name="connsiteX47" fmla="*/ 29029 w 10181325"/>
                  <a:gd name="connsiteY47" fmla="*/ 232229 h 5483288"/>
                  <a:gd name="connsiteX48" fmla="*/ 101600 w 10181325"/>
                  <a:gd name="connsiteY48" fmla="*/ 0 h 5483288"/>
                  <a:gd name="connsiteX0" fmla="*/ 101600 w 10181325"/>
                  <a:gd name="connsiteY0" fmla="*/ 0 h 5483288"/>
                  <a:gd name="connsiteX1" fmla="*/ 2641600 w 10181325"/>
                  <a:gd name="connsiteY1" fmla="*/ 87086 h 5483288"/>
                  <a:gd name="connsiteX2" fmla="*/ 5529943 w 10181325"/>
                  <a:gd name="connsiteY2" fmla="*/ 116115 h 5483288"/>
                  <a:gd name="connsiteX3" fmla="*/ 7170058 w 10181325"/>
                  <a:gd name="connsiteY3" fmla="*/ 232229 h 5483288"/>
                  <a:gd name="connsiteX4" fmla="*/ 8795658 w 10181325"/>
                  <a:gd name="connsiteY4" fmla="*/ 203200 h 5483288"/>
                  <a:gd name="connsiteX5" fmla="*/ 10116458 w 10181325"/>
                  <a:gd name="connsiteY5" fmla="*/ 304800 h 5483288"/>
                  <a:gd name="connsiteX6" fmla="*/ 10072915 w 10181325"/>
                  <a:gd name="connsiteY6" fmla="*/ 1567543 h 5483288"/>
                  <a:gd name="connsiteX7" fmla="*/ 9361715 w 10181325"/>
                  <a:gd name="connsiteY7" fmla="*/ 1785257 h 5483288"/>
                  <a:gd name="connsiteX8" fmla="*/ 10085615 w 10181325"/>
                  <a:gd name="connsiteY8" fmla="*/ 1903186 h 5483288"/>
                  <a:gd name="connsiteX9" fmla="*/ 10145486 w 10181325"/>
                  <a:gd name="connsiteY9" fmla="*/ 2496457 h 5483288"/>
                  <a:gd name="connsiteX10" fmla="*/ 10174515 w 10181325"/>
                  <a:gd name="connsiteY10" fmla="*/ 3062515 h 5483288"/>
                  <a:gd name="connsiteX11" fmla="*/ 10087429 w 10181325"/>
                  <a:gd name="connsiteY11" fmla="*/ 3265715 h 5483288"/>
                  <a:gd name="connsiteX12" fmla="*/ 10160000 w 10181325"/>
                  <a:gd name="connsiteY12" fmla="*/ 3483429 h 5483288"/>
                  <a:gd name="connsiteX13" fmla="*/ 9564915 w 10181325"/>
                  <a:gd name="connsiteY13" fmla="*/ 3628572 h 5483288"/>
                  <a:gd name="connsiteX14" fmla="*/ 10000343 w 10181325"/>
                  <a:gd name="connsiteY14" fmla="*/ 3730172 h 5483288"/>
                  <a:gd name="connsiteX15" fmla="*/ 10147300 w 10181325"/>
                  <a:gd name="connsiteY15" fmla="*/ 3851729 h 5483288"/>
                  <a:gd name="connsiteX16" fmla="*/ 10000343 w 10181325"/>
                  <a:gd name="connsiteY16" fmla="*/ 4441372 h 5483288"/>
                  <a:gd name="connsiteX17" fmla="*/ 10014858 w 10181325"/>
                  <a:gd name="connsiteY17" fmla="*/ 4891315 h 5483288"/>
                  <a:gd name="connsiteX18" fmla="*/ 10181325 w 10181325"/>
                  <a:gd name="connsiteY18" fmla="*/ 5483288 h 5483288"/>
                  <a:gd name="connsiteX19" fmla="*/ 9332686 w 10181325"/>
                  <a:gd name="connsiteY19" fmla="*/ 5312229 h 5483288"/>
                  <a:gd name="connsiteX20" fmla="*/ 7982858 w 10181325"/>
                  <a:gd name="connsiteY20" fmla="*/ 5384800 h 5483288"/>
                  <a:gd name="connsiteX21" fmla="*/ 7082972 w 10181325"/>
                  <a:gd name="connsiteY21" fmla="*/ 5413829 h 5483288"/>
                  <a:gd name="connsiteX22" fmla="*/ 6110515 w 10181325"/>
                  <a:gd name="connsiteY22" fmla="*/ 5370286 h 5483288"/>
                  <a:gd name="connsiteX23" fmla="*/ 5486400 w 10181325"/>
                  <a:gd name="connsiteY23" fmla="*/ 5370286 h 5483288"/>
                  <a:gd name="connsiteX24" fmla="*/ 4731658 w 10181325"/>
                  <a:gd name="connsiteY24" fmla="*/ 5413829 h 5483288"/>
                  <a:gd name="connsiteX25" fmla="*/ 4122058 w 10181325"/>
                  <a:gd name="connsiteY25" fmla="*/ 5326743 h 5483288"/>
                  <a:gd name="connsiteX26" fmla="*/ 3643086 w 10181325"/>
                  <a:gd name="connsiteY26" fmla="*/ 5355772 h 5483288"/>
                  <a:gd name="connsiteX27" fmla="*/ 2873829 w 10181325"/>
                  <a:gd name="connsiteY27" fmla="*/ 5268686 h 5483288"/>
                  <a:gd name="connsiteX28" fmla="*/ 1915886 w 10181325"/>
                  <a:gd name="connsiteY28" fmla="*/ 5312229 h 5483288"/>
                  <a:gd name="connsiteX29" fmla="*/ 522515 w 10181325"/>
                  <a:gd name="connsiteY29" fmla="*/ 5268686 h 5483288"/>
                  <a:gd name="connsiteX30" fmla="*/ 29029 w 10181325"/>
                  <a:gd name="connsiteY30" fmla="*/ 5355772 h 5483288"/>
                  <a:gd name="connsiteX31" fmla="*/ 116115 w 10181325"/>
                  <a:gd name="connsiteY31" fmla="*/ 4905829 h 5483288"/>
                  <a:gd name="connsiteX32" fmla="*/ 58058 w 10181325"/>
                  <a:gd name="connsiteY32" fmla="*/ 4528457 h 5483288"/>
                  <a:gd name="connsiteX33" fmla="*/ 130629 w 10181325"/>
                  <a:gd name="connsiteY33" fmla="*/ 4049486 h 5483288"/>
                  <a:gd name="connsiteX34" fmla="*/ 116115 w 10181325"/>
                  <a:gd name="connsiteY34" fmla="*/ 3686629 h 5483288"/>
                  <a:gd name="connsiteX35" fmla="*/ 116115 w 10181325"/>
                  <a:gd name="connsiteY35" fmla="*/ 3599543 h 5483288"/>
                  <a:gd name="connsiteX36" fmla="*/ 928915 w 10181325"/>
                  <a:gd name="connsiteY36" fmla="*/ 3454400 h 5483288"/>
                  <a:gd name="connsiteX37" fmla="*/ 116115 w 10181325"/>
                  <a:gd name="connsiteY37" fmla="*/ 3323772 h 5483288"/>
                  <a:gd name="connsiteX38" fmla="*/ 217715 w 10181325"/>
                  <a:gd name="connsiteY38" fmla="*/ 2830286 h 5483288"/>
                  <a:gd name="connsiteX39" fmla="*/ 87086 w 10181325"/>
                  <a:gd name="connsiteY39" fmla="*/ 2496457 h 5483288"/>
                  <a:gd name="connsiteX40" fmla="*/ 101600 w 10181325"/>
                  <a:gd name="connsiteY40" fmla="*/ 1988457 h 5483288"/>
                  <a:gd name="connsiteX41" fmla="*/ 0 w 10181325"/>
                  <a:gd name="connsiteY41" fmla="*/ 1814286 h 5483288"/>
                  <a:gd name="connsiteX42" fmla="*/ 313621 w 10181325"/>
                  <a:gd name="connsiteY42" fmla="*/ 1657299 h 5483288"/>
                  <a:gd name="connsiteX43" fmla="*/ 87086 w 10181325"/>
                  <a:gd name="connsiteY43" fmla="*/ 1494972 h 5483288"/>
                  <a:gd name="connsiteX44" fmla="*/ 116115 w 10181325"/>
                  <a:gd name="connsiteY44" fmla="*/ 1103086 h 5483288"/>
                  <a:gd name="connsiteX45" fmla="*/ 188686 w 10181325"/>
                  <a:gd name="connsiteY45" fmla="*/ 754743 h 5483288"/>
                  <a:gd name="connsiteX46" fmla="*/ 58058 w 10181325"/>
                  <a:gd name="connsiteY46" fmla="*/ 595086 h 5483288"/>
                  <a:gd name="connsiteX47" fmla="*/ 29029 w 10181325"/>
                  <a:gd name="connsiteY47" fmla="*/ 232229 h 5483288"/>
                  <a:gd name="connsiteX48" fmla="*/ 101600 w 10181325"/>
                  <a:gd name="connsiteY48" fmla="*/ 0 h 5483288"/>
                  <a:gd name="connsiteX0" fmla="*/ 101600 w 10181325"/>
                  <a:gd name="connsiteY0" fmla="*/ 0 h 5483288"/>
                  <a:gd name="connsiteX1" fmla="*/ 2641600 w 10181325"/>
                  <a:gd name="connsiteY1" fmla="*/ 87086 h 5483288"/>
                  <a:gd name="connsiteX2" fmla="*/ 5529943 w 10181325"/>
                  <a:gd name="connsiteY2" fmla="*/ 116115 h 5483288"/>
                  <a:gd name="connsiteX3" fmla="*/ 7170058 w 10181325"/>
                  <a:gd name="connsiteY3" fmla="*/ 232229 h 5483288"/>
                  <a:gd name="connsiteX4" fmla="*/ 8795658 w 10181325"/>
                  <a:gd name="connsiteY4" fmla="*/ 203200 h 5483288"/>
                  <a:gd name="connsiteX5" fmla="*/ 10116458 w 10181325"/>
                  <a:gd name="connsiteY5" fmla="*/ 304800 h 5483288"/>
                  <a:gd name="connsiteX6" fmla="*/ 10072915 w 10181325"/>
                  <a:gd name="connsiteY6" fmla="*/ 1567543 h 5483288"/>
                  <a:gd name="connsiteX7" fmla="*/ 9361715 w 10181325"/>
                  <a:gd name="connsiteY7" fmla="*/ 1785257 h 5483288"/>
                  <a:gd name="connsiteX8" fmla="*/ 10085615 w 10181325"/>
                  <a:gd name="connsiteY8" fmla="*/ 1903186 h 5483288"/>
                  <a:gd name="connsiteX9" fmla="*/ 10145486 w 10181325"/>
                  <a:gd name="connsiteY9" fmla="*/ 2496457 h 5483288"/>
                  <a:gd name="connsiteX10" fmla="*/ 10174515 w 10181325"/>
                  <a:gd name="connsiteY10" fmla="*/ 3062515 h 5483288"/>
                  <a:gd name="connsiteX11" fmla="*/ 10087429 w 10181325"/>
                  <a:gd name="connsiteY11" fmla="*/ 3265715 h 5483288"/>
                  <a:gd name="connsiteX12" fmla="*/ 10160000 w 10181325"/>
                  <a:gd name="connsiteY12" fmla="*/ 3483429 h 5483288"/>
                  <a:gd name="connsiteX13" fmla="*/ 9564915 w 10181325"/>
                  <a:gd name="connsiteY13" fmla="*/ 3628572 h 5483288"/>
                  <a:gd name="connsiteX14" fmla="*/ 10000343 w 10181325"/>
                  <a:gd name="connsiteY14" fmla="*/ 3730172 h 5483288"/>
                  <a:gd name="connsiteX15" fmla="*/ 10147300 w 10181325"/>
                  <a:gd name="connsiteY15" fmla="*/ 3851729 h 5483288"/>
                  <a:gd name="connsiteX16" fmla="*/ 10000343 w 10181325"/>
                  <a:gd name="connsiteY16" fmla="*/ 4441372 h 5483288"/>
                  <a:gd name="connsiteX17" fmla="*/ 10014858 w 10181325"/>
                  <a:gd name="connsiteY17" fmla="*/ 4891315 h 5483288"/>
                  <a:gd name="connsiteX18" fmla="*/ 10181325 w 10181325"/>
                  <a:gd name="connsiteY18" fmla="*/ 5483288 h 5483288"/>
                  <a:gd name="connsiteX19" fmla="*/ 9332686 w 10181325"/>
                  <a:gd name="connsiteY19" fmla="*/ 5312229 h 5483288"/>
                  <a:gd name="connsiteX20" fmla="*/ 7982858 w 10181325"/>
                  <a:gd name="connsiteY20" fmla="*/ 5384800 h 5483288"/>
                  <a:gd name="connsiteX21" fmla="*/ 7082972 w 10181325"/>
                  <a:gd name="connsiteY21" fmla="*/ 5413829 h 5483288"/>
                  <a:gd name="connsiteX22" fmla="*/ 6110515 w 10181325"/>
                  <a:gd name="connsiteY22" fmla="*/ 5370286 h 5483288"/>
                  <a:gd name="connsiteX23" fmla="*/ 5486400 w 10181325"/>
                  <a:gd name="connsiteY23" fmla="*/ 5370286 h 5483288"/>
                  <a:gd name="connsiteX24" fmla="*/ 4731658 w 10181325"/>
                  <a:gd name="connsiteY24" fmla="*/ 5413829 h 5483288"/>
                  <a:gd name="connsiteX25" fmla="*/ 4122058 w 10181325"/>
                  <a:gd name="connsiteY25" fmla="*/ 5326743 h 5483288"/>
                  <a:gd name="connsiteX26" fmla="*/ 3643086 w 10181325"/>
                  <a:gd name="connsiteY26" fmla="*/ 5355772 h 5483288"/>
                  <a:gd name="connsiteX27" fmla="*/ 2873829 w 10181325"/>
                  <a:gd name="connsiteY27" fmla="*/ 5268686 h 5483288"/>
                  <a:gd name="connsiteX28" fmla="*/ 1915886 w 10181325"/>
                  <a:gd name="connsiteY28" fmla="*/ 5312229 h 5483288"/>
                  <a:gd name="connsiteX29" fmla="*/ 522515 w 10181325"/>
                  <a:gd name="connsiteY29" fmla="*/ 5268686 h 5483288"/>
                  <a:gd name="connsiteX30" fmla="*/ 29029 w 10181325"/>
                  <a:gd name="connsiteY30" fmla="*/ 5355772 h 5483288"/>
                  <a:gd name="connsiteX31" fmla="*/ 116115 w 10181325"/>
                  <a:gd name="connsiteY31" fmla="*/ 4905829 h 5483288"/>
                  <a:gd name="connsiteX32" fmla="*/ 58058 w 10181325"/>
                  <a:gd name="connsiteY32" fmla="*/ 4528457 h 5483288"/>
                  <a:gd name="connsiteX33" fmla="*/ 130629 w 10181325"/>
                  <a:gd name="connsiteY33" fmla="*/ 4049486 h 5483288"/>
                  <a:gd name="connsiteX34" fmla="*/ 116115 w 10181325"/>
                  <a:gd name="connsiteY34" fmla="*/ 3686629 h 5483288"/>
                  <a:gd name="connsiteX35" fmla="*/ 116115 w 10181325"/>
                  <a:gd name="connsiteY35" fmla="*/ 3599543 h 5483288"/>
                  <a:gd name="connsiteX36" fmla="*/ 928915 w 10181325"/>
                  <a:gd name="connsiteY36" fmla="*/ 3454400 h 5483288"/>
                  <a:gd name="connsiteX37" fmla="*/ 116115 w 10181325"/>
                  <a:gd name="connsiteY37" fmla="*/ 3323772 h 5483288"/>
                  <a:gd name="connsiteX38" fmla="*/ 217715 w 10181325"/>
                  <a:gd name="connsiteY38" fmla="*/ 2830286 h 5483288"/>
                  <a:gd name="connsiteX39" fmla="*/ 87086 w 10181325"/>
                  <a:gd name="connsiteY39" fmla="*/ 2496457 h 5483288"/>
                  <a:gd name="connsiteX40" fmla="*/ 101600 w 10181325"/>
                  <a:gd name="connsiteY40" fmla="*/ 1988457 h 5483288"/>
                  <a:gd name="connsiteX41" fmla="*/ 0 w 10181325"/>
                  <a:gd name="connsiteY41" fmla="*/ 1814286 h 5483288"/>
                  <a:gd name="connsiteX42" fmla="*/ 313621 w 10181325"/>
                  <a:gd name="connsiteY42" fmla="*/ 1657299 h 5483288"/>
                  <a:gd name="connsiteX43" fmla="*/ 838 w 10181325"/>
                  <a:gd name="connsiteY43" fmla="*/ 1615257 h 5483288"/>
                  <a:gd name="connsiteX44" fmla="*/ 116115 w 10181325"/>
                  <a:gd name="connsiteY44" fmla="*/ 1103086 h 5483288"/>
                  <a:gd name="connsiteX45" fmla="*/ 188686 w 10181325"/>
                  <a:gd name="connsiteY45" fmla="*/ 754743 h 5483288"/>
                  <a:gd name="connsiteX46" fmla="*/ 58058 w 10181325"/>
                  <a:gd name="connsiteY46" fmla="*/ 595086 h 5483288"/>
                  <a:gd name="connsiteX47" fmla="*/ 29029 w 10181325"/>
                  <a:gd name="connsiteY47" fmla="*/ 232229 h 5483288"/>
                  <a:gd name="connsiteX48" fmla="*/ 101600 w 10181325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83933 w 10207200"/>
                  <a:gd name="connsiteY32" fmla="*/ 4528457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141990 w 10207200"/>
                  <a:gd name="connsiteY35" fmla="*/ 3599543 h 5483288"/>
                  <a:gd name="connsiteX36" fmla="*/ 954790 w 10207200"/>
                  <a:gd name="connsiteY36" fmla="*/ 3454400 h 5483288"/>
                  <a:gd name="connsiteX37" fmla="*/ 141990 w 10207200"/>
                  <a:gd name="connsiteY37" fmla="*/ 3323772 h 5483288"/>
                  <a:gd name="connsiteX38" fmla="*/ 243590 w 10207200"/>
                  <a:gd name="connsiteY38" fmla="*/ 2830286 h 5483288"/>
                  <a:gd name="connsiteX39" fmla="*/ 112961 w 10207200"/>
                  <a:gd name="connsiteY39" fmla="*/ 249645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339496 w 10207200"/>
                  <a:gd name="connsiteY42" fmla="*/ 1657299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83933 w 10207200"/>
                  <a:gd name="connsiteY32" fmla="*/ 4528457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141990 w 10207200"/>
                  <a:gd name="connsiteY35" fmla="*/ 3599543 h 5483288"/>
                  <a:gd name="connsiteX36" fmla="*/ 954790 w 10207200"/>
                  <a:gd name="connsiteY36" fmla="*/ 3454400 h 5483288"/>
                  <a:gd name="connsiteX37" fmla="*/ 141990 w 10207200"/>
                  <a:gd name="connsiteY37" fmla="*/ 3323772 h 5483288"/>
                  <a:gd name="connsiteX38" fmla="*/ 243590 w 10207200"/>
                  <a:gd name="connsiteY38" fmla="*/ 2830286 h 5483288"/>
                  <a:gd name="connsiteX39" fmla="*/ 112961 w 10207200"/>
                  <a:gd name="connsiteY39" fmla="*/ 249645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83933 w 10207200"/>
                  <a:gd name="connsiteY32" fmla="*/ 4528457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141990 w 10207200"/>
                  <a:gd name="connsiteY35" fmla="*/ 3599543 h 5483288"/>
                  <a:gd name="connsiteX36" fmla="*/ 325178 w 10207200"/>
                  <a:gd name="connsiteY36" fmla="*/ 3437216 h 5483288"/>
                  <a:gd name="connsiteX37" fmla="*/ 141990 w 10207200"/>
                  <a:gd name="connsiteY37" fmla="*/ 3323772 h 5483288"/>
                  <a:gd name="connsiteX38" fmla="*/ 243590 w 10207200"/>
                  <a:gd name="connsiteY38" fmla="*/ 2830286 h 5483288"/>
                  <a:gd name="connsiteX39" fmla="*/ 112961 w 10207200"/>
                  <a:gd name="connsiteY39" fmla="*/ 249645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83933 w 10207200"/>
                  <a:gd name="connsiteY32" fmla="*/ 4528457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141990 w 10207200"/>
                  <a:gd name="connsiteY37" fmla="*/ 3323772 h 5483288"/>
                  <a:gd name="connsiteX38" fmla="*/ 243590 w 10207200"/>
                  <a:gd name="connsiteY38" fmla="*/ 2830286 h 5483288"/>
                  <a:gd name="connsiteX39" fmla="*/ 112961 w 10207200"/>
                  <a:gd name="connsiteY39" fmla="*/ 249645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83933 w 10207200"/>
                  <a:gd name="connsiteY32" fmla="*/ 4528457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243590 w 10207200"/>
                  <a:gd name="connsiteY38" fmla="*/ 2830286 h 5483288"/>
                  <a:gd name="connsiteX39" fmla="*/ 112961 w 10207200"/>
                  <a:gd name="connsiteY39" fmla="*/ 249645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83933 w 10207200"/>
                  <a:gd name="connsiteY32" fmla="*/ 4528457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131467 w 10207200"/>
                  <a:gd name="connsiteY38" fmla="*/ 2821694 h 5483288"/>
                  <a:gd name="connsiteX39" fmla="*/ 112961 w 10207200"/>
                  <a:gd name="connsiteY39" fmla="*/ 249645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83933 w 10207200"/>
                  <a:gd name="connsiteY32" fmla="*/ 4528457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131467 w 10207200"/>
                  <a:gd name="connsiteY38" fmla="*/ 2821694 h 5483288"/>
                  <a:gd name="connsiteX39" fmla="*/ 9463 w 10207200"/>
                  <a:gd name="connsiteY39" fmla="*/ 240194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14934 w 10207200"/>
                  <a:gd name="connsiteY32" fmla="*/ 4511273 h 5483288"/>
                  <a:gd name="connsiteX33" fmla="*/ 156504 w 10207200"/>
                  <a:gd name="connsiteY33" fmla="*/ 4049486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131467 w 10207200"/>
                  <a:gd name="connsiteY38" fmla="*/ 2821694 h 5483288"/>
                  <a:gd name="connsiteX39" fmla="*/ 9463 w 10207200"/>
                  <a:gd name="connsiteY39" fmla="*/ 240194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141990 w 10207200"/>
                  <a:gd name="connsiteY31" fmla="*/ 4905829 h 5483288"/>
                  <a:gd name="connsiteX32" fmla="*/ 14934 w 10207200"/>
                  <a:gd name="connsiteY32" fmla="*/ 4511273 h 5483288"/>
                  <a:gd name="connsiteX33" fmla="*/ 61631 w 10207200"/>
                  <a:gd name="connsiteY33" fmla="*/ 4049487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131467 w 10207200"/>
                  <a:gd name="connsiteY38" fmla="*/ 2821694 h 5483288"/>
                  <a:gd name="connsiteX39" fmla="*/ 9463 w 10207200"/>
                  <a:gd name="connsiteY39" fmla="*/ 240194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29867 w 10207200"/>
                  <a:gd name="connsiteY31" fmla="*/ 4897237 h 5483288"/>
                  <a:gd name="connsiteX32" fmla="*/ 14934 w 10207200"/>
                  <a:gd name="connsiteY32" fmla="*/ 4511273 h 5483288"/>
                  <a:gd name="connsiteX33" fmla="*/ 61631 w 10207200"/>
                  <a:gd name="connsiteY33" fmla="*/ 4049487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131467 w 10207200"/>
                  <a:gd name="connsiteY38" fmla="*/ 2821694 h 5483288"/>
                  <a:gd name="connsiteX39" fmla="*/ 9463 w 10207200"/>
                  <a:gd name="connsiteY39" fmla="*/ 240194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214561 w 10207200"/>
                  <a:gd name="connsiteY45" fmla="*/ 754743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29867 w 10207200"/>
                  <a:gd name="connsiteY31" fmla="*/ 4897237 h 5483288"/>
                  <a:gd name="connsiteX32" fmla="*/ 14934 w 10207200"/>
                  <a:gd name="connsiteY32" fmla="*/ 4511273 h 5483288"/>
                  <a:gd name="connsiteX33" fmla="*/ 61631 w 10207200"/>
                  <a:gd name="connsiteY33" fmla="*/ 4049487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131467 w 10207200"/>
                  <a:gd name="connsiteY38" fmla="*/ 2821694 h 5483288"/>
                  <a:gd name="connsiteX39" fmla="*/ 9463 w 10207200"/>
                  <a:gd name="connsiteY39" fmla="*/ 240194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41990 w 10207200"/>
                  <a:gd name="connsiteY44" fmla="*/ 1103086 h 5483288"/>
                  <a:gd name="connsiteX45" fmla="*/ 145563 w 10207200"/>
                  <a:gd name="connsiteY45" fmla="*/ 840661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127475 w 10207200"/>
                  <a:gd name="connsiteY0" fmla="*/ 0 h 5483288"/>
                  <a:gd name="connsiteX1" fmla="*/ 2667475 w 10207200"/>
                  <a:gd name="connsiteY1" fmla="*/ 87086 h 5483288"/>
                  <a:gd name="connsiteX2" fmla="*/ 5555818 w 10207200"/>
                  <a:gd name="connsiteY2" fmla="*/ 116115 h 5483288"/>
                  <a:gd name="connsiteX3" fmla="*/ 7195933 w 10207200"/>
                  <a:gd name="connsiteY3" fmla="*/ 232229 h 5483288"/>
                  <a:gd name="connsiteX4" fmla="*/ 8821533 w 10207200"/>
                  <a:gd name="connsiteY4" fmla="*/ 203200 h 5483288"/>
                  <a:gd name="connsiteX5" fmla="*/ 10142333 w 10207200"/>
                  <a:gd name="connsiteY5" fmla="*/ 304800 h 5483288"/>
                  <a:gd name="connsiteX6" fmla="*/ 10098790 w 10207200"/>
                  <a:gd name="connsiteY6" fmla="*/ 1567543 h 5483288"/>
                  <a:gd name="connsiteX7" fmla="*/ 9387590 w 10207200"/>
                  <a:gd name="connsiteY7" fmla="*/ 1785257 h 5483288"/>
                  <a:gd name="connsiteX8" fmla="*/ 10111490 w 10207200"/>
                  <a:gd name="connsiteY8" fmla="*/ 1903186 h 5483288"/>
                  <a:gd name="connsiteX9" fmla="*/ 10171361 w 10207200"/>
                  <a:gd name="connsiteY9" fmla="*/ 2496457 h 5483288"/>
                  <a:gd name="connsiteX10" fmla="*/ 10200390 w 10207200"/>
                  <a:gd name="connsiteY10" fmla="*/ 3062515 h 5483288"/>
                  <a:gd name="connsiteX11" fmla="*/ 10113304 w 10207200"/>
                  <a:gd name="connsiteY11" fmla="*/ 3265715 h 5483288"/>
                  <a:gd name="connsiteX12" fmla="*/ 10185875 w 10207200"/>
                  <a:gd name="connsiteY12" fmla="*/ 3483429 h 5483288"/>
                  <a:gd name="connsiteX13" fmla="*/ 9590790 w 10207200"/>
                  <a:gd name="connsiteY13" fmla="*/ 3628572 h 5483288"/>
                  <a:gd name="connsiteX14" fmla="*/ 10026218 w 10207200"/>
                  <a:gd name="connsiteY14" fmla="*/ 3730172 h 5483288"/>
                  <a:gd name="connsiteX15" fmla="*/ 10173175 w 10207200"/>
                  <a:gd name="connsiteY15" fmla="*/ 3851729 h 5483288"/>
                  <a:gd name="connsiteX16" fmla="*/ 10026218 w 10207200"/>
                  <a:gd name="connsiteY16" fmla="*/ 4441372 h 5483288"/>
                  <a:gd name="connsiteX17" fmla="*/ 10040733 w 10207200"/>
                  <a:gd name="connsiteY17" fmla="*/ 4891315 h 5483288"/>
                  <a:gd name="connsiteX18" fmla="*/ 10207200 w 10207200"/>
                  <a:gd name="connsiteY18" fmla="*/ 5483288 h 5483288"/>
                  <a:gd name="connsiteX19" fmla="*/ 9358561 w 10207200"/>
                  <a:gd name="connsiteY19" fmla="*/ 5312229 h 5483288"/>
                  <a:gd name="connsiteX20" fmla="*/ 8008733 w 10207200"/>
                  <a:gd name="connsiteY20" fmla="*/ 5384800 h 5483288"/>
                  <a:gd name="connsiteX21" fmla="*/ 7108847 w 10207200"/>
                  <a:gd name="connsiteY21" fmla="*/ 5413829 h 5483288"/>
                  <a:gd name="connsiteX22" fmla="*/ 6136390 w 10207200"/>
                  <a:gd name="connsiteY22" fmla="*/ 5370286 h 5483288"/>
                  <a:gd name="connsiteX23" fmla="*/ 5512275 w 10207200"/>
                  <a:gd name="connsiteY23" fmla="*/ 5370286 h 5483288"/>
                  <a:gd name="connsiteX24" fmla="*/ 4757533 w 10207200"/>
                  <a:gd name="connsiteY24" fmla="*/ 5413829 h 5483288"/>
                  <a:gd name="connsiteX25" fmla="*/ 4147933 w 10207200"/>
                  <a:gd name="connsiteY25" fmla="*/ 5326743 h 5483288"/>
                  <a:gd name="connsiteX26" fmla="*/ 3668961 w 10207200"/>
                  <a:gd name="connsiteY26" fmla="*/ 5355772 h 5483288"/>
                  <a:gd name="connsiteX27" fmla="*/ 2899704 w 10207200"/>
                  <a:gd name="connsiteY27" fmla="*/ 5268686 h 5483288"/>
                  <a:gd name="connsiteX28" fmla="*/ 1941761 w 10207200"/>
                  <a:gd name="connsiteY28" fmla="*/ 5312229 h 5483288"/>
                  <a:gd name="connsiteX29" fmla="*/ 548390 w 10207200"/>
                  <a:gd name="connsiteY29" fmla="*/ 5268686 h 5483288"/>
                  <a:gd name="connsiteX30" fmla="*/ 54904 w 10207200"/>
                  <a:gd name="connsiteY30" fmla="*/ 5355772 h 5483288"/>
                  <a:gd name="connsiteX31" fmla="*/ 29867 w 10207200"/>
                  <a:gd name="connsiteY31" fmla="*/ 4897237 h 5483288"/>
                  <a:gd name="connsiteX32" fmla="*/ 14934 w 10207200"/>
                  <a:gd name="connsiteY32" fmla="*/ 4511273 h 5483288"/>
                  <a:gd name="connsiteX33" fmla="*/ 61631 w 10207200"/>
                  <a:gd name="connsiteY33" fmla="*/ 4049487 h 5483288"/>
                  <a:gd name="connsiteX34" fmla="*/ 141990 w 10207200"/>
                  <a:gd name="connsiteY34" fmla="*/ 3686629 h 5483288"/>
                  <a:gd name="connsiteX35" fmla="*/ 64366 w 10207200"/>
                  <a:gd name="connsiteY35" fmla="*/ 3539400 h 5483288"/>
                  <a:gd name="connsiteX36" fmla="*/ 325178 w 10207200"/>
                  <a:gd name="connsiteY36" fmla="*/ 3437216 h 5483288"/>
                  <a:gd name="connsiteX37" fmla="*/ 55741 w 10207200"/>
                  <a:gd name="connsiteY37" fmla="*/ 3315181 h 5483288"/>
                  <a:gd name="connsiteX38" fmla="*/ 131467 w 10207200"/>
                  <a:gd name="connsiteY38" fmla="*/ 2821694 h 5483288"/>
                  <a:gd name="connsiteX39" fmla="*/ 9463 w 10207200"/>
                  <a:gd name="connsiteY39" fmla="*/ 2401947 h 5483288"/>
                  <a:gd name="connsiteX40" fmla="*/ 127475 w 10207200"/>
                  <a:gd name="connsiteY40" fmla="*/ 1988457 h 5483288"/>
                  <a:gd name="connsiteX41" fmla="*/ 0 w 10207200"/>
                  <a:gd name="connsiteY41" fmla="*/ 1719776 h 5483288"/>
                  <a:gd name="connsiteX42" fmla="*/ 261873 w 10207200"/>
                  <a:gd name="connsiteY42" fmla="*/ 1665891 h 5483288"/>
                  <a:gd name="connsiteX43" fmla="*/ 26713 w 10207200"/>
                  <a:gd name="connsiteY43" fmla="*/ 1615257 h 5483288"/>
                  <a:gd name="connsiteX44" fmla="*/ 116115 w 10207200"/>
                  <a:gd name="connsiteY44" fmla="*/ 1137453 h 5483288"/>
                  <a:gd name="connsiteX45" fmla="*/ 145563 w 10207200"/>
                  <a:gd name="connsiteY45" fmla="*/ 840661 h 5483288"/>
                  <a:gd name="connsiteX46" fmla="*/ 83933 w 10207200"/>
                  <a:gd name="connsiteY46" fmla="*/ 595086 h 5483288"/>
                  <a:gd name="connsiteX47" fmla="*/ 54904 w 10207200"/>
                  <a:gd name="connsiteY47" fmla="*/ 232229 h 5483288"/>
                  <a:gd name="connsiteX48" fmla="*/ 127475 w 10207200"/>
                  <a:gd name="connsiteY48" fmla="*/ 0 h 5483288"/>
                  <a:gd name="connsiteX0" fmla="*/ 67101 w 10207200"/>
                  <a:gd name="connsiteY0" fmla="*/ 0 h 5491880"/>
                  <a:gd name="connsiteX1" fmla="*/ 2667475 w 10207200"/>
                  <a:gd name="connsiteY1" fmla="*/ 95678 h 5491880"/>
                  <a:gd name="connsiteX2" fmla="*/ 5555818 w 10207200"/>
                  <a:gd name="connsiteY2" fmla="*/ 124707 h 5491880"/>
                  <a:gd name="connsiteX3" fmla="*/ 7195933 w 10207200"/>
                  <a:gd name="connsiteY3" fmla="*/ 240821 h 5491880"/>
                  <a:gd name="connsiteX4" fmla="*/ 8821533 w 10207200"/>
                  <a:gd name="connsiteY4" fmla="*/ 211792 h 5491880"/>
                  <a:gd name="connsiteX5" fmla="*/ 10142333 w 10207200"/>
                  <a:gd name="connsiteY5" fmla="*/ 313392 h 5491880"/>
                  <a:gd name="connsiteX6" fmla="*/ 10098790 w 10207200"/>
                  <a:gd name="connsiteY6" fmla="*/ 1576135 h 5491880"/>
                  <a:gd name="connsiteX7" fmla="*/ 9387590 w 10207200"/>
                  <a:gd name="connsiteY7" fmla="*/ 1793849 h 5491880"/>
                  <a:gd name="connsiteX8" fmla="*/ 10111490 w 10207200"/>
                  <a:gd name="connsiteY8" fmla="*/ 1911778 h 5491880"/>
                  <a:gd name="connsiteX9" fmla="*/ 10171361 w 10207200"/>
                  <a:gd name="connsiteY9" fmla="*/ 2505049 h 5491880"/>
                  <a:gd name="connsiteX10" fmla="*/ 10200390 w 10207200"/>
                  <a:gd name="connsiteY10" fmla="*/ 3071107 h 5491880"/>
                  <a:gd name="connsiteX11" fmla="*/ 10113304 w 10207200"/>
                  <a:gd name="connsiteY11" fmla="*/ 3274307 h 5491880"/>
                  <a:gd name="connsiteX12" fmla="*/ 10185875 w 10207200"/>
                  <a:gd name="connsiteY12" fmla="*/ 3492021 h 5491880"/>
                  <a:gd name="connsiteX13" fmla="*/ 9590790 w 10207200"/>
                  <a:gd name="connsiteY13" fmla="*/ 3637164 h 5491880"/>
                  <a:gd name="connsiteX14" fmla="*/ 10026218 w 10207200"/>
                  <a:gd name="connsiteY14" fmla="*/ 3738764 h 5491880"/>
                  <a:gd name="connsiteX15" fmla="*/ 10173175 w 10207200"/>
                  <a:gd name="connsiteY15" fmla="*/ 3860321 h 5491880"/>
                  <a:gd name="connsiteX16" fmla="*/ 10026218 w 10207200"/>
                  <a:gd name="connsiteY16" fmla="*/ 4449964 h 5491880"/>
                  <a:gd name="connsiteX17" fmla="*/ 10040733 w 10207200"/>
                  <a:gd name="connsiteY17" fmla="*/ 4899907 h 5491880"/>
                  <a:gd name="connsiteX18" fmla="*/ 10207200 w 10207200"/>
                  <a:gd name="connsiteY18" fmla="*/ 5491880 h 5491880"/>
                  <a:gd name="connsiteX19" fmla="*/ 9358561 w 10207200"/>
                  <a:gd name="connsiteY19" fmla="*/ 5320821 h 5491880"/>
                  <a:gd name="connsiteX20" fmla="*/ 8008733 w 10207200"/>
                  <a:gd name="connsiteY20" fmla="*/ 5393392 h 5491880"/>
                  <a:gd name="connsiteX21" fmla="*/ 7108847 w 10207200"/>
                  <a:gd name="connsiteY21" fmla="*/ 5422421 h 5491880"/>
                  <a:gd name="connsiteX22" fmla="*/ 6136390 w 10207200"/>
                  <a:gd name="connsiteY22" fmla="*/ 5378878 h 5491880"/>
                  <a:gd name="connsiteX23" fmla="*/ 5512275 w 10207200"/>
                  <a:gd name="connsiteY23" fmla="*/ 5378878 h 5491880"/>
                  <a:gd name="connsiteX24" fmla="*/ 4757533 w 10207200"/>
                  <a:gd name="connsiteY24" fmla="*/ 5422421 h 5491880"/>
                  <a:gd name="connsiteX25" fmla="*/ 4147933 w 10207200"/>
                  <a:gd name="connsiteY25" fmla="*/ 5335335 h 5491880"/>
                  <a:gd name="connsiteX26" fmla="*/ 3668961 w 10207200"/>
                  <a:gd name="connsiteY26" fmla="*/ 5364364 h 5491880"/>
                  <a:gd name="connsiteX27" fmla="*/ 2899704 w 10207200"/>
                  <a:gd name="connsiteY27" fmla="*/ 5277278 h 5491880"/>
                  <a:gd name="connsiteX28" fmla="*/ 1941761 w 10207200"/>
                  <a:gd name="connsiteY28" fmla="*/ 5320821 h 5491880"/>
                  <a:gd name="connsiteX29" fmla="*/ 548390 w 10207200"/>
                  <a:gd name="connsiteY29" fmla="*/ 5277278 h 5491880"/>
                  <a:gd name="connsiteX30" fmla="*/ 54904 w 10207200"/>
                  <a:gd name="connsiteY30" fmla="*/ 5364364 h 5491880"/>
                  <a:gd name="connsiteX31" fmla="*/ 29867 w 10207200"/>
                  <a:gd name="connsiteY31" fmla="*/ 4905829 h 5491880"/>
                  <a:gd name="connsiteX32" fmla="*/ 14934 w 10207200"/>
                  <a:gd name="connsiteY32" fmla="*/ 4519865 h 5491880"/>
                  <a:gd name="connsiteX33" fmla="*/ 61631 w 10207200"/>
                  <a:gd name="connsiteY33" fmla="*/ 4058079 h 5491880"/>
                  <a:gd name="connsiteX34" fmla="*/ 141990 w 10207200"/>
                  <a:gd name="connsiteY34" fmla="*/ 3695221 h 5491880"/>
                  <a:gd name="connsiteX35" fmla="*/ 64366 w 10207200"/>
                  <a:gd name="connsiteY35" fmla="*/ 3547992 h 5491880"/>
                  <a:gd name="connsiteX36" fmla="*/ 325178 w 10207200"/>
                  <a:gd name="connsiteY36" fmla="*/ 3445808 h 5491880"/>
                  <a:gd name="connsiteX37" fmla="*/ 55741 w 10207200"/>
                  <a:gd name="connsiteY37" fmla="*/ 3323773 h 5491880"/>
                  <a:gd name="connsiteX38" fmla="*/ 131467 w 10207200"/>
                  <a:gd name="connsiteY38" fmla="*/ 2830286 h 5491880"/>
                  <a:gd name="connsiteX39" fmla="*/ 9463 w 10207200"/>
                  <a:gd name="connsiteY39" fmla="*/ 2410539 h 5491880"/>
                  <a:gd name="connsiteX40" fmla="*/ 127475 w 10207200"/>
                  <a:gd name="connsiteY40" fmla="*/ 1997049 h 5491880"/>
                  <a:gd name="connsiteX41" fmla="*/ 0 w 10207200"/>
                  <a:gd name="connsiteY41" fmla="*/ 1728368 h 5491880"/>
                  <a:gd name="connsiteX42" fmla="*/ 261873 w 10207200"/>
                  <a:gd name="connsiteY42" fmla="*/ 1674483 h 5491880"/>
                  <a:gd name="connsiteX43" fmla="*/ 26713 w 10207200"/>
                  <a:gd name="connsiteY43" fmla="*/ 1623849 h 5491880"/>
                  <a:gd name="connsiteX44" fmla="*/ 116115 w 10207200"/>
                  <a:gd name="connsiteY44" fmla="*/ 1146045 h 5491880"/>
                  <a:gd name="connsiteX45" fmla="*/ 145563 w 10207200"/>
                  <a:gd name="connsiteY45" fmla="*/ 849253 h 5491880"/>
                  <a:gd name="connsiteX46" fmla="*/ 83933 w 10207200"/>
                  <a:gd name="connsiteY46" fmla="*/ 603678 h 5491880"/>
                  <a:gd name="connsiteX47" fmla="*/ 54904 w 10207200"/>
                  <a:gd name="connsiteY47" fmla="*/ 240821 h 5491880"/>
                  <a:gd name="connsiteX48" fmla="*/ 67101 w 10207200"/>
                  <a:gd name="connsiteY48" fmla="*/ 0 h 5491880"/>
                  <a:gd name="connsiteX0" fmla="*/ 67101 w 10207200"/>
                  <a:gd name="connsiteY0" fmla="*/ 0 h 5491880"/>
                  <a:gd name="connsiteX1" fmla="*/ 2667475 w 10207200"/>
                  <a:gd name="connsiteY1" fmla="*/ 95678 h 5491880"/>
                  <a:gd name="connsiteX2" fmla="*/ 5555818 w 10207200"/>
                  <a:gd name="connsiteY2" fmla="*/ 124707 h 5491880"/>
                  <a:gd name="connsiteX3" fmla="*/ 7195933 w 10207200"/>
                  <a:gd name="connsiteY3" fmla="*/ 240821 h 5491880"/>
                  <a:gd name="connsiteX4" fmla="*/ 8821533 w 10207200"/>
                  <a:gd name="connsiteY4" fmla="*/ 211792 h 5491880"/>
                  <a:gd name="connsiteX5" fmla="*/ 10142333 w 10207200"/>
                  <a:gd name="connsiteY5" fmla="*/ 313392 h 5491880"/>
                  <a:gd name="connsiteX6" fmla="*/ 10098790 w 10207200"/>
                  <a:gd name="connsiteY6" fmla="*/ 1576135 h 5491880"/>
                  <a:gd name="connsiteX7" fmla="*/ 9672209 w 10207200"/>
                  <a:gd name="connsiteY7" fmla="*/ 1768074 h 5491880"/>
                  <a:gd name="connsiteX8" fmla="*/ 10111490 w 10207200"/>
                  <a:gd name="connsiteY8" fmla="*/ 1911778 h 5491880"/>
                  <a:gd name="connsiteX9" fmla="*/ 10171361 w 10207200"/>
                  <a:gd name="connsiteY9" fmla="*/ 2505049 h 5491880"/>
                  <a:gd name="connsiteX10" fmla="*/ 10200390 w 10207200"/>
                  <a:gd name="connsiteY10" fmla="*/ 3071107 h 5491880"/>
                  <a:gd name="connsiteX11" fmla="*/ 10113304 w 10207200"/>
                  <a:gd name="connsiteY11" fmla="*/ 3274307 h 5491880"/>
                  <a:gd name="connsiteX12" fmla="*/ 10185875 w 10207200"/>
                  <a:gd name="connsiteY12" fmla="*/ 3492021 h 5491880"/>
                  <a:gd name="connsiteX13" fmla="*/ 9590790 w 10207200"/>
                  <a:gd name="connsiteY13" fmla="*/ 3637164 h 5491880"/>
                  <a:gd name="connsiteX14" fmla="*/ 10026218 w 10207200"/>
                  <a:gd name="connsiteY14" fmla="*/ 3738764 h 5491880"/>
                  <a:gd name="connsiteX15" fmla="*/ 10173175 w 10207200"/>
                  <a:gd name="connsiteY15" fmla="*/ 3860321 h 5491880"/>
                  <a:gd name="connsiteX16" fmla="*/ 10026218 w 10207200"/>
                  <a:gd name="connsiteY16" fmla="*/ 4449964 h 5491880"/>
                  <a:gd name="connsiteX17" fmla="*/ 10040733 w 10207200"/>
                  <a:gd name="connsiteY17" fmla="*/ 4899907 h 5491880"/>
                  <a:gd name="connsiteX18" fmla="*/ 10207200 w 10207200"/>
                  <a:gd name="connsiteY18" fmla="*/ 5491880 h 5491880"/>
                  <a:gd name="connsiteX19" fmla="*/ 9358561 w 10207200"/>
                  <a:gd name="connsiteY19" fmla="*/ 5320821 h 5491880"/>
                  <a:gd name="connsiteX20" fmla="*/ 8008733 w 10207200"/>
                  <a:gd name="connsiteY20" fmla="*/ 5393392 h 5491880"/>
                  <a:gd name="connsiteX21" fmla="*/ 7108847 w 10207200"/>
                  <a:gd name="connsiteY21" fmla="*/ 5422421 h 5491880"/>
                  <a:gd name="connsiteX22" fmla="*/ 6136390 w 10207200"/>
                  <a:gd name="connsiteY22" fmla="*/ 5378878 h 5491880"/>
                  <a:gd name="connsiteX23" fmla="*/ 5512275 w 10207200"/>
                  <a:gd name="connsiteY23" fmla="*/ 5378878 h 5491880"/>
                  <a:gd name="connsiteX24" fmla="*/ 4757533 w 10207200"/>
                  <a:gd name="connsiteY24" fmla="*/ 5422421 h 5491880"/>
                  <a:gd name="connsiteX25" fmla="*/ 4147933 w 10207200"/>
                  <a:gd name="connsiteY25" fmla="*/ 5335335 h 5491880"/>
                  <a:gd name="connsiteX26" fmla="*/ 3668961 w 10207200"/>
                  <a:gd name="connsiteY26" fmla="*/ 5364364 h 5491880"/>
                  <a:gd name="connsiteX27" fmla="*/ 2899704 w 10207200"/>
                  <a:gd name="connsiteY27" fmla="*/ 5277278 h 5491880"/>
                  <a:gd name="connsiteX28" fmla="*/ 1941761 w 10207200"/>
                  <a:gd name="connsiteY28" fmla="*/ 5320821 h 5491880"/>
                  <a:gd name="connsiteX29" fmla="*/ 548390 w 10207200"/>
                  <a:gd name="connsiteY29" fmla="*/ 5277278 h 5491880"/>
                  <a:gd name="connsiteX30" fmla="*/ 54904 w 10207200"/>
                  <a:gd name="connsiteY30" fmla="*/ 5364364 h 5491880"/>
                  <a:gd name="connsiteX31" fmla="*/ 29867 w 10207200"/>
                  <a:gd name="connsiteY31" fmla="*/ 4905829 h 5491880"/>
                  <a:gd name="connsiteX32" fmla="*/ 14934 w 10207200"/>
                  <a:gd name="connsiteY32" fmla="*/ 4519865 h 5491880"/>
                  <a:gd name="connsiteX33" fmla="*/ 61631 w 10207200"/>
                  <a:gd name="connsiteY33" fmla="*/ 4058079 h 5491880"/>
                  <a:gd name="connsiteX34" fmla="*/ 141990 w 10207200"/>
                  <a:gd name="connsiteY34" fmla="*/ 3695221 h 5491880"/>
                  <a:gd name="connsiteX35" fmla="*/ 64366 w 10207200"/>
                  <a:gd name="connsiteY35" fmla="*/ 3547992 h 5491880"/>
                  <a:gd name="connsiteX36" fmla="*/ 325178 w 10207200"/>
                  <a:gd name="connsiteY36" fmla="*/ 3445808 h 5491880"/>
                  <a:gd name="connsiteX37" fmla="*/ 55741 w 10207200"/>
                  <a:gd name="connsiteY37" fmla="*/ 3323773 h 5491880"/>
                  <a:gd name="connsiteX38" fmla="*/ 131467 w 10207200"/>
                  <a:gd name="connsiteY38" fmla="*/ 2830286 h 5491880"/>
                  <a:gd name="connsiteX39" fmla="*/ 9463 w 10207200"/>
                  <a:gd name="connsiteY39" fmla="*/ 2410539 h 5491880"/>
                  <a:gd name="connsiteX40" fmla="*/ 127475 w 10207200"/>
                  <a:gd name="connsiteY40" fmla="*/ 1997049 h 5491880"/>
                  <a:gd name="connsiteX41" fmla="*/ 0 w 10207200"/>
                  <a:gd name="connsiteY41" fmla="*/ 1728368 h 5491880"/>
                  <a:gd name="connsiteX42" fmla="*/ 261873 w 10207200"/>
                  <a:gd name="connsiteY42" fmla="*/ 1674483 h 5491880"/>
                  <a:gd name="connsiteX43" fmla="*/ 26713 w 10207200"/>
                  <a:gd name="connsiteY43" fmla="*/ 1623849 h 5491880"/>
                  <a:gd name="connsiteX44" fmla="*/ 116115 w 10207200"/>
                  <a:gd name="connsiteY44" fmla="*/ 1146045 h 5491880"/>
                  <a:gd name="connsiteX45" fmla="*/ 145563 w 10207200"/>
                  <a:gd name="connsiteY45" fmla="*/ 849253 h 5491880"/>
                  <a:gd name="connsiteX46" fmla="*/ 83933 w 10207200"/>
                  <a:gd name="connsiteY46" fmla="*/ 603678 h 5491880"/>
                  <a:gd name="connsiteX47" fmla="*/ 54904 w 10207200"/>
                  <a:gd name="connsiteY47" fmla="*/ 240821 h 5491880"/>
                  <a:gd name="connsiteX48" fmla="*/ 67101 w 10207200"/>
                  <a:gd name="connsiteY48" fmla="*/ 0 h 5491880"/>
                  <a:gd name="connsiteX0" fmla="*/ 67101 w 10207200"/>
                  <a:gd name="connsiteY0" fmla="*/ 0 h 5491880"/>
                  <a:gd name="connsiteX1" fmla="*/ 2667475 w 10207200"/>
                  <a:gd name="connsiteY1" fmla="*/ 95678 h 5491880"/>
                  <a:gd name="connsiteX2" fmla="*/ 5555818 w 10207200"/>
                  <a:gd name="connsiteY2" fmla="*/ 124707 h 5491880"/>
                  <a:gd name="connsiteX3" fmla="*/ 7195933 w 10207200"/>
                  <a:gd name="connsiteY3" fmla="*/ 240821 h 5491880"/>
                  <a:gd name="connsiteX4" fmla="*/ 8821533 w 10207200"/>
                  <a:gd name="connsiteY4" fmla="*/ 211792 h 5491880"/>
                  <a:gd name="connsiteX5" fmla="*/ 10142333 w 10207200"/>
                  <a:gd name="connsiteY5" fmla="*/ 313392 h 5491880"/>
                  <a:gd name="connsiteX6" fmla="*/ 10124664 w 10207200"/>
                  <a:gd name="connsiteY6" fmla="*/ 1567544 h 5491880"/>
                  <a:gd name="connsiteX7" fmla="*/ 9672209 w 10207200"/>
                  <a:gd name="connsiteY7" fmla="*/ 1768074 h 5491880"/>
                  <a:gd name="connsiteX8" fmla="*/ 10111490 w 10207200"/>
                  <a:gd name="connsiteY8" fmla="*/ 1911778 h 5491880"/>
                  <a:gd name="connsiteX9" fmla="*/ 10171361 w 10207200"/>
                  <a:gd name="connsiteY9" fmla="*/ 2505049 h 5491880"/>
                  <a:gd name="connsiteX10" fmla="*/ 10200390 w 10207200"/>
                  <a:gd name="connsiteY10" fmla="*/ 3071107 h 5491880"/>
                  <a:gd name="connsiteX11" fmla="*/ 10113304 w 10207200"/>
                  <a:gd name="connsiteY11" fmla="*/ 3274307 h 5491880"/>
                  <a:gd name="connsiteX12" fmla="*/ 10185875 w 10207200"/>
                  <a:gd name="connsiteY12" fmla="*/ 3492021 h 5491880"/>
                  <a:gd name="connsiteX13" fmla="*/ 9590790 w 10207200"/>
                  <a:gd name="connsiteY13" fmla="*/ 3637164 h 5491880"/>
                  <a:gd name="connsiteX14" fmla="*/ 10026218 w 10207200"/>
                  <a:gd name="connsiteY14" fmla="*/ 3738764 h 5491880"/>
                  <a:gd name="connsiteX15" fmla="*/ 10173175 w 10207200"/>
                  <a:gd name="connsiteY15" fmla="*/ 3860321 h 5491880"/>
                  <a:gd name="connsiteX16" fmla="*/ 10026218 w 10207200"/>
                  <a:gd name="connsiteY16" fmla="*/ 4449964 h 5491880"/>
                  <a:gd name="connsiteX17" fmla="*/ 10040733 w 10207200"/>
                  <a:gd name="connsiteY17" fmla="*/ 4899907 h 5491880"/>
                  <a:gd name="connsiteX18" fmla="*/ 10207200 w 10207200"/>
                  <a:gd name="connsiteY18" fmla="*/ 5491880 h 5491880"/>
                  <a:gd name="connsiteX19" fmla="*/ 9358561 w 10207200"/>
                  <a:gd name="connsiteY19" fmla="*/ 5320821 h 5491880"/>
                  <a:gd name="connsiteX20" fmla="*/ 8008733 w 10207200"/>
                  <a:gd name="connsiteY20" fmla="*/ 5393392 h 5491880"/>
                  <a:gd name="connsiteX21" fmla="*/ 7108847 w 10207200"/>
                  <a:gd name="connsiteY21" fmla="*/ 5422421 h 5491880"/>
                  <a:gd name="connsiteX22" fmla="*/ 6136390 w 10207200"/>
                  <a:gd name="connsiteY22" fmla="*/ 5378878 h 5491880"/>
                  <a:gd name="connsiteX23" fmla="*/ 5512275 w 10207200"/>
                  <a:gd name="connsiteY23" fmla="*/ 5378878 h 5491880"/>
                  <a:gd name="connsiteX24" fmla="*/ 4757533 w 10207200"/>
                  <a:gd name="connsiteY24" fmla="*/ 5422421 h 5491880"/>
                  <a:gd name="connsiteX25" fmla="*/ 4147933 w 10207200"/>
                  <a:gd name="connsiteY25" fmla="*/ 5335335 h 5491880"/>
                  <a:gd name="connsiteX26" fmla="*/ 3668961 w 10207200"/>
                  <a:gd name="connsiteY26" fmla="*/ 5364364 h 5491880"/>
                  <a:gd name="connsiteX27" fmla="*/ 2899704 w 10207200"/>
                  <a:gd name="connsiteY27" fmla="*/ 5277278 h 5491880"/>
                  <a:gd name="connsiteX28" fmla="*/ 1941761 w 10207200"/>
                  <a:gd name="connsiteY28" fmla="*/ 5320821 h 5491880"/>
                  <a:gd name="connsiteX29" fmla="*/ 548390 w 10207200"/>
                  <a:gd name="connsiteY29" fmla="*/ 5277278 h 5491880"/>
                  <a:gd name="connsiteX30" fmla="*/ 54904 w 10207200"/>
                  <a:gd name="connsiteY30" fmla="*/ 5364364 h 5491880"/>
                  <a:gd name="connsiteX31" fmla="*/ 29867 w 10207200"/>
                  <a:gd name="connsiteY31" fmla="*/ 4905829 h 5491880"/>
                  <a:gd name="connsiteX32" fmla="*/ 14934 w 10207200"/>
                  <a:gd name="connsiteY32" fmla="*/ 4519865 h 5491880"/>
                  <a:gd name="connsiteX33" fmla="*/ 61631 w 10207200"/>
                  <a:gd name="connsiteY33" fmla="*/ 4058079 h 5491880"/>
                  <a:gd name="connsiteX34" fmla="*/ 141990 w 10207200"/>
                  <a:gd name="connsiteY34" fmla="*/ 3695221 h 5491880"/>
                  <a:gd name="connsiteX35" fmla="*/ 64366 w 10207200"/>
                  <a:gd name="connsiteY35" fmla="*/ 3547992 h 5491880"/>
                  <a:gd name="connsiteX36" fmla="*/ 325178 w 10207200"/>
                  <a:gd name="connsiteY36" fmla="*/ 3445808 h 5491880"/>
                  <a:gd name="connsiteX37" fmla="*/ 55741 w 10207200"/>
                  <a:gd name="connsiteY37" fmla="*/ 3323773 h 5491880"/>
                  <a:gd name="connsiteX38" fmla="*/ 131467 w 10207200"/>
                  <a:gd name="connsiteY38" fmla="*/ 2830286 h 5491880"/>
                  <a:gd name="connsiteX39" fmla="*/ 9463 w 10207200"/>
                  <a:gd name="connsiteY39" fmla="*/ 2410539 h 5491880"/>
                  <a:gd name="connsiteX40" fmla="*/ 127475 w 10207200"/>
                  <a:gd name="connsiteY40" fmla="*/ 1997049 h 5491880"/>
                  <a:gd name="connsiteX41" fmla="*/ 0 w 10207200"/>
                  <a:gd name="connsiteY41" fmla="*/ 1728368 h 5491880"/>
                  <a:gd name="connsiteX42" fmla="*/ 261873 w 10207200"/>
                  <a:gd name="connsiteY42" fmla="*/ 1674483 h 5491880"/>
                  <a:gd name="connsiteX43" fmla="*/ 26713 w 10207200"/>
                  <a:gd name="connsiteY43" fmla="*/ 1623849 h 5491880"/>
                  <a:gd name="connsiteX44" fmla="*/ 116115 w 10207200"/>
                  <a:gd name="connsiteY44" fmla="*/ 1146045 h 5491880"/>
                  <a:gd name="connsiteX45" fmla="*/ 145563 w 10207200"/>
                  <a:gd name="connsiteY45" fmla="*/ 849253 h 5491880"/>
                  <a:gd name="connsiteX46" fmla="*/ 83933 w 10207200"/>
                  <a:gd name="connsiteY46" fmla="*/ 603678 h 5491880"/>
                  <a:gd name="connsiteX47" fmla="*/ 54904 w 10207200"/>
                  <a:gd name="connsiteY47" fmla="*/ 240821 h 5491880"/>
                  <a:gd name="connsiteX48" fmla="*/ 67101 w 10207200"/>
                  <a:gd name="connsiteY48" fmla="*/ 0 h 5491880"/>
                  <a:gd name="connsiteX0" fmla="*/ 67101 w 10236787"/>
                  <a:gd name="connsiteY0" fmla="*/ 0 h 5491880"/>
                  <a:gd name="connsiteX1" fmla="*/ 2667475 w 10236787"/>
                  <a:gd name="connsiteY1" fmla="*/ 95678 h 5491880"/>
                  <a:gd name="connsiteX2" fmla="*/ 5555818 w 10236787"/>
                  <a:gd name="connsiteY2" fmla="*/ 124707 h 5491880"/>
                  <a:gd name="connsiteX3" fmla="*/ 7195933 w 10236787"/>
                  <a:gd name="connsiteY3" fmla="*/ 240821 h 5491880"/>
                  <a:gd name="connsiteX4" fmla="*/ 8821533 w 10236787"/>
                  <a:gd name="connsiteY4" fmla="*/ 211792 h 5491880"/>
                  <a:gd name="connsiteX5" fmla="*/ 10142333 w 10236787"/>
                  <a:gd name="connsiteY5" fmla="*/ 313392 h 5491880"/>
                  <a:gd name="connsiteX6" fmla="*/ 10236787 w 10236787"/>
                  <a:gd name="connsiteY6" fmla="*/ 1490218 h 5491880"/>
                  <a:gd name="connsiteX7" fmla="*/ 9672209 w 10236787"/>
                  <a:gd name="connsiteY7" fmla="*/ 1768074 h 5491880"/>
                  <a:gd name="connsiteX8" fmla="*/ 10111490 w 10236787"/>
                  <a:gd name="connsiteY8" fmla="*/ 1911778 h 5491880"/>
                  <a:gd name="connsiteX9" fmla="*/ 10171361 w 10236787"/>
                  <a:gd name="connsiteY9" fmla="*/ 2505049 h 5491880"/>
                  <a:gd name="connsiteX10" fmla="*/ 10200390 w 10236787"/>
                  <a:gd name="connsiteY10" fmla="*/ 3071107 h 5491880"/>
                  <a:gd name="connsiteX11" fmla="*/ 10113304 w 10236787"/>
                  <a:gd name="connsiteY11" fmla="*/ 3274307 h 5491880"/>
                  <a:gd name="connsiteX12" fmla="*/ 10185875 w 10236787"/>
                  <a:gd name="connsiteY12" fmla="*/ 3492021 h 5491880"/>
                  <a:gd name="connsiteX13" fmla="*/ 9590790 w 10236787"/>
                  <a:gd name="connsiteY13" fmla="*/ 3637164 h 5491880"/>
                  <a:gd name="connsiteX14" fmla="*/ 10026218 w 10236787"/>
                  <a:gd name="connsiteY14" fmla="*/ 3738764 h 5491880"/>
                  <a:gd name="connsiteX15" fmla="*/ 10173175 w 10236787"/>
                  <a:gd name="connsiteY15" fmla="*/ 3860321 h 5491880"/>
                  <a:gd name="connsiteX16" fmla="*/ 10026218 w 10236787"/>
                  <a:gd name="connsiteY16" fmla="*/ 4449964 h 5491880"/>
                  <a:gd name="connsiteX17" fmla="*/ 10040733 w 10236787"/>
                  <a:gd name="connsiteY17" fmla="*/ 4899907 h 5491880"/>
                  <a:gd name="connsiteX18" fmla="*/ 10207200 w 10236787"/>
                  <a:gd name="connsiteY18" fmla="*/ 5491880 h 5491880"/>
                  <a:gd name="connsiteX19" fmla="*/ 9358561 w 10236787"/>
                  <a:gd name="connsiteY19" fmla="*/ 5320821 h 5491880"/>
                  <a:gd name="connsiteX20" fmla="*/ 8008733 w 10236787"/>
                  <a:gd name="connsiteY20" fmla="*/ 5393392 h 5491880"/>
                  <a:gd name="connsiteX21" fmla="*/ 7108847 w 10236787"/>
                  <a:gd name="connsiteY21" fmla="*/ 5422421 h 5491880"/>
                  <a:gd name="connsiteX22" fmla="*/ 6136390 w 10236787"/>
                  <a:gd name="connsiteY22" fmla="*/ 5378878 h 5491880"/>
                  <a:gd name="connsiteX23" fmla="*/ 5512275 w 10236787"/>
                  <a:gd name="connsiteY23" fmla="*/ 5378878 h 5491880"/>
                  <a:gd name="connsiteX24" fmla="*/ 4757533 w 10236787"/>
                  <a:gd name="connsiteY24" fmla="*/ 5422421 h 5491880"/>
                  <a:gd name="connsiteX25" fmla="*/ 4147933 w 10236787"/>
                  <a:gd name="connsiteY25" fmla="*/ 5335335 h 5491880"/>
                  <a:gd name="connsiteX26" fmla="*/ 3668961 w 10236787"/>
                  <a:gd name="connsiteY26" fmla="*/ 5364364 h 5491880"/>
                  <a:gd name="connsiteX27" fmla="*/ 2899704 w 10236787"/>
                  <a:gd name="connsiteY27" fmla="*/ 5277278 h 5491880"/>
                  <a:gd name="connsiteX28" fmla="*/ 1941761 w 10236787"/>
                  <a:gd name="connsiteY28" fmla="*/ 5320821 h 5491880"/>
                  <a:gd name="connsiteX29" fmla="*/ 548390 w 10236787"/>
                  <a:gd name="connsiteY29" fmla="*/ 5277278 h 5491880"/>
                  <a:gd name="connsiteX30" fmla="*/ 54904 w 10236787"/>
                  <a:gd name="connsiteY30" fmla="*/ 5364364 h 5491880"/>
                  <a:gd name="connsiteX31" fmla="*/ 29867 w 10236787"/>
                  <a:gd name="connsiteY31" fmla="*/ 4905829 h 5491880"/>
                  <a:gd name="connsiteX32" fmla="*/ 14934 w 10236787"/>
                  <a:gd name="connsiteY32" fmla="*/ 4519865 h 5491880"/>
                  <a:gd name="connsiteX33" fmla="*/ 61631 w 10236787"/>
                  <a:gd name="connsiteY33" fmla="*/ 4058079 h 5491880"/>
                  <a:gd name="connsiteX34" fmla="*/ 141990 w 10236787"/>
                  <a:gd name="connsiteY34" fmla="*/ 3695221 h 5491880"/>
                  <a:gd name="connsiteX35" fmla="*/ 64366 w 10236787"/>
                  <a:gd name="connsiteY35" fmla="*/ 3547992 h 5491880"/>
                  <a:gd name="connsiteX36" fmla="*/ 325178 w 10236787"/>
                  <a:gd name="connsiteY36" fmla="*/ 3445808 h 5491880"/>
                  <a:gd name="connsiteX37" fmla="*/ 55741 w 10236787"/>
                  <a:gd name="connsiteY37" fmla="*/ 3323773 h 5491880"/>
                  <a:gd name="connsiteX38" fmla="*/ 131467 w 10236787"/>
                  <a:gd name="connsiteY38" fmla="*/ 2830286 h 5491880"/>
                  <a:gd name="connsiteX39" fmla="*/ 9463 w 10236787"/>
                  <a:gd name="connsiteY39" fmla="*/ 2410539 h 5491880"/>
                  <a:gd name="connsiteX40" fmla="*/ 127475 w 10236787"/>
                  <a:gd name="connsiteY40" fmla="*/ 1997049 h 5491880"/>
                  <a:gd name="connsiteX41" fmla="*/ 0 w 10236787"/>
                  <a:gd name="connsiteY41" fmla="*/ 1728368 h 5491880"/>
                  <a:gd name="connsiteX42" fmla="*/ 261873 w 10236787"/>
                  <a:gd name="connsiteY42" fmla="*/ 1674483 h 5491880"/>
                  <a:gd name="connsiteX43" fmla="*/ 26713 w 10236787"/>
                  <a:gd name="connsiteY43" fmla="*/ 1623849 h 5491880"/>
                  <a:gd name="connsiteX44" fmla="*/ 116115 w 10236787"/>
                  <a:gd name="connsiteY44" fmla="*/ 1146045 h 5491880"/>
                  <a:gd name="connsiteX45" fmla="*/ 145563 w 10236787"/>
                  <a:gd name="connsiteY45" fmla="*/ 849253 h 5491880"/>
                  <a:gd name="connsiteX46" fmla="*/ 83933 w 10236787"/>
                  <a:gd name="connsiteY46" fmla="*/ 603678 h 5491880"/>
                  <a:gd name="connsiteX47" fmla="*/ 54904 w 10236787"/>
                  <a:gd name="connsiteY47" fmla="*/ 240821 h 5491880"/>
                  <a:gd name="connsiteX48" fmla="*/ 67101 w 10236787"/>
                  <a:gd name="connsiteY48" fmla="*/ 0 h 5491880"/>
                  <a:gd name="connsiteX0" fmla="*/ 67101 w 10236787"/>
                  <a:gd name="connsiteY0" fmla="*/ 0 h 5491880"/>
                  <a:gd name="connsiteX1" fmla="*/ 2667475 w 10236787"/>
                  <a:gd name="connsiteY1" fmla="*/ 95678 h 5491880"/>
                  <a:gd name="connsiteX2" fmla="*/ 5555818 w 10236787"/>
                  <a:gd name="connsiteY2" fmla="*/ 124707 h 5491880"/>
                  <a:gd name="connsiteX3" fmla="*/ 7195933 w 10236787"/>
                  <a:gd name="connsiteY3" fmla="*/ 240821 h 5491880"/>
                  <a:gd name="connsiteX4" fmla="*/ 8821533 w 10236787"/>
                  <a:gd name="connsiteY4" fmla="*/ 211792 h 5491880"/>
                  <a:gd name="connsiteX5" fmla="*/ 10142333 w 10236787"/>
                  <a:gd name="connsiteY5" fmla="*/ 313392 h 5491880"/>
                  <a:gd name="connsiteX6" fmla="*/ 10236787 w 10236787"/>
                  <a:gd name="connsiteY6" fmla="*/ 1490218 h 5491880"/>
                  <a:gd name="connsiteX7" fmla="*/ 9672209 w 10236787"/>
                  <a:gd name="connsiteY7" fmla="*/ 1768074 h 5491880"/>
                  <a:gd name="connsiteX8" fmla="*/ 10214988 w 10236787"/>
                  <a:gd name="connsiteY8" fmla="*/ 1851635 h 5491880"/>
                  <a:gd name="connsiteX9" fmla="*/ 10171361 w 10236787"/>
                  <a:gd name="connsiteY9" fmla="*/ 2505049 h 5491880"/>
                  <a:gd name="connsiteX10" fmla="*/ 10200390 w 10236787"/>
                  <a:gd name="connsiteY10" fmla="*/ 3071107 h 5491880"/>
                  <a:gd name="connsiteX11" fmla="*/ 10113304 w 10236787"/>
                  <a:gd name="connsiteY11" fmla="*/ 3274307 h 5491880"/>
                  <a:gd name="connsiteX12" fmla="*/ 10185875 w 10236787"/>
                  <a:gd name="connsiteY12" fmla="*/ 3492021 h 5491880"/>
                  <a:gd name="connsiteX13" fmla="*/ 9590790 w 10236787"/>
                  <a:gd name="connsiteY13" fmla="*/ 3637164 h 5491880"/>
                  <a:gd name="connsiteX14" fmla="*/ 10026218 w 10236787"/>
                  <a:gd name="connsiteY14" fmla="*/ 3738764 h 5491880"/>
                  <a:gd name="connsiteX15" fmla="*/ 10173175 w 10236787"/>
                  <a:gd name="connsiteY15" fmla="*/ 3860321 h 5491880"/>
                  <a:gd name="connsiteX16" fmla="*/ 10026218 w 10236787"/>
                  <a:gd name="connsiteY16" fmla="*/ 4449964 h 5491880"/>
                  <a:gd name="connsiteX17" fmla="*/ 10040733 w 10236787"/>
                  <a:gd name="connsiteY17" fmla="*/ 4899907 h 5491880"/>
                  <a:gd name="connsiteX18" fmla="*/ 10207200 w 10236787"/>
                  <a:gd name="connsiteY18" fmla="*/ 5491880 h 5491880"/>
                  <a:gd name="connsiteX19" fmla="*/ 9358561 w 10236787"/>
                  <a:gd name="connsiteY19" fmla="*/ 5320821 h 5491880"/>
                  <a:gd name="connsiteX20" fmla="*/ 8008733 w 10236787"/>
                  <a:gd name="connsiteY20" fmla="*/ 5393392 h 5491880"/>
                  <a:gd name="connsiteX21" fmla="*/ 7108847 w 10236787"/>
                  <a:gd name="connsiteY21" fmla="*/ 5422421 h 5491880"/>
                  <a:gd name="connsiteX22" fmla="*/ 6136390 w 10236787"/>
                  <a:gd name="connsiteY22" fmla="*/ 5378878 h 5491880"/>
                  <a:gd name="connsiteX23" fmla="*/ 5512275 w 10236787"/>
                  <a:gd name="connsiteY23" fmla="*/ 5378878 h 5491880"/>
                  <a:gd name="connsiteX24" fmla="*/ 4757533 w 10236787"/>
                  <a:gd name="connsiteY24" fmla="*/ 5422421 h 5491880"/>
                  <a:gd name="connsiteX25" fmla="*/ 4147933 w 10236787"/>
                  <a:gd name="connsiteY25" fmla="*/ 5335335 h 5491880"/>
                  <a:gd name="connsiteX26" fmla="*/ 3668961 w 10236787"/>
                  <a:gd name="connsiteY26" fmla="*/ 5364364 h 5491880"/>
                  <a:gd name="connsiteX27" fmla="*/ 2899704 w 10236787"/>
                  <a:gd name="connsiteY27" fmla="*/ 5277278 h 5491880"/>
                  <a:gd name="connsiteX28" fmla="*/ 1941761 w 10236787"/>
                  <a:gd name="connsiteY28" fmla="*/ 5320821 h 5491880"/>
                  <a:gd name="connsiteX29" fmla="*/ 548390 w 10236787"/>
                  <a:gd name="connsiteY29" fmla="*/ 5277278 h 5491880"/>
                  <a:gd name="connsiteX30" fmla="*/ 54904 w 10236787"/>
                  <a:gd name="connsiteY30" fmla="*/ 5364364 h 5491880"/>
                  <a:gd name="connsiteX31" fmla="*/ 29867 w 10236787"/>
                  <a:gd name="connsiteY31" fmla="*/ 4905829 h 5491880"/>
                  <a:gd name="connsiteX32" fmla="*/ 14934 w 10236787"/>
                  <a:gd name="connsiteY32" fmla="*/ 4519865 h 5491880"/>
                  <a:gd name="connsiteX33" fmla="*/ 61631 w 10236787"/>
                  <a:gd name="connsiteY33" fmla="*/ 4058079 h 5491880"/>
                  <a:gd name="connsiteX34" fmla="*/ 141990 w 10236787"/>
                  <a:gd name="connsiteY34" fmla="*/ 3695221 h 5491880"/>
                  <a:gd name="connsiteX35" fmla="*/ 64366 w 10236787"/>
                  <a:gd name="connsiteY35" fmla="*/ 3547992 h 5491880"/>
                  <a:gd name="connsiteX36" fmla="*/ 325178 w 10236787"/>
                  <a:gd name="connsiteY36" fmla="*/ 3445808 h 5491880"/>
                  <a:gd name="connsiteX37" fmla="*/ 55741 w 10236787"/>
                  <a:gd name="connsiteY37" fmla="*/ 3323773 h 5491880"/>
                  <a:gd name="connsiteX38" fmla="*/ 131467 w 10236787"/>
                  <a:gd name="connsiteY38" fmla="*/ 2830286 h 5491880"/>
                  <a:gd name="connsiteX39" fmla="*/ 9463 w 10236787"/>
                  <a:gd name="connsiteY39" fmla="*/ 2410539 h 5491880"/>
                  <a:gd name="connsiteX40" fmla="*/ 127475 w 10236787"/>
                  <a:gd name="connsiteY40" fmla="*/ 1997049 h 5491880"/>
                  <a:gd name="connsiteX41" fmla="*/ 0 w 10236787"/>
                  <a:gd name="connsiteY41" fmla="*/ 1728368 h 5491880"/>
                  <a:gd name="connsiteX42" fmla="*/ 261873 w 10236787"/>
                  <a:gd name="connsiteY42" fmla="*/ 1674483 h 5491880"/>
                  <a:gd name="connsiteX43" fmla="*/ 26713 w 10236787"/>
                  <a:gd name="connsiteY43" fmla="*/ 1623849 h 5491880"/>
                  <a:gd name="connsiteX44" fmla="*/ 116115 w 10236787"/>
                  <a:gd name="connsiteY44" fmla="*/ 1146045 h 5491880"/>
                  <a:gd name="connsiteX45" fmla="*/ 145563 w 10236787"/>
                  <a:gd name="connsiteY45" fmla="*/ 849253 h 5491880"/>
                  <a:gd name="connsiteX46" fmla="*/ 83933 w 10236787"/>
                  <a:gd name="connsiteY46" fmla="*/ 603678 h 5491880"/>
                  <a:gd name="connsiteX47" fmla="*/ 54904 w 10236787"/>
                  <a:gd name="connsiteY47" fmla="*/ 240821 h 5491880"/>
                  <a:gd name="connsiteX48" fmla="*/ 67101 w 10236787"/>
                  <a:gd name="connsiteY48" fmla="*/ 0 h 5491880"/>
                  <a:gd name="connsiteX0" fmla="*/ 67101 w 10283484"/>
                  <a:gd name="connsiteY0" fmla="*/ 0 h 5491880"/>
                  <a:gd name="connsiteX1" fmla="*/ 2667475 w 10283484"/>
                  <a:gd name="connsiteY1" fmla="*/ 95678 h 5491880"/>
                  <a:gd name="connsiteX2" fmla="*/ 5555818 w 10283484"/>
                  <a:gd name="connsiteY2" fmla="*/ 124707 h 5491880"/>
                  <a:gd name="connsiteX3" fmla="*/ 7195933 w 10283484"/>
                  <a:gd name="connsiteY3" fmla="*/ 240821 h 5491880"/>
                  <a:gd name="connsiteX4" fmla="*/ 8821533 w 10283484"/>
                  <a:gd name="connsiteY4" fmla="*/ 211792 h 5491880"/>
                  <a:gd name="connsiteX5" fmla="*/ 10142333 w 10283484"/>
                  <a:gd name="connsiteY5" fmla="*/ 313392 h 5491880"/>
                  <a:gd name="connsiteX6" fmla="*/ 10236787 w 10283484"/>
                  <a:gd name="connsiteY6" fmla="*/ 1490218 h 5491880"/>
                  <a:gd name="connsiteX7" fmla="*/ 9672209 w 10283484"/>
                  <a:gd name="connsiteY7" fmla="*/ 1768074 h 5491880"/>
                  <a:gd name="connsiteX8" fmla="*/ 10214988 w 10283484"/>
                  <a:gd name="connsiteY8" fmla="*/ 1851635 h 5491880"/>
                  <a:gd name="connsiteX9" fmla="*/ 10283484 w 10283484"/>
                  <a:gd name="connsiteY9" fmla="*/ 2350397 h 5491880"/>
                  <a:gd name="connsiteX10" fmla="*/ 10200390 w 10283484"/>
                  <a:gd name="connsiteY10" fmla="*/ 3071107 h 5491880"/>
                  <a:gd name="connsiteX11" fmla="*/ 10113304 w 10283484"/>
                  <a:gd name="connsiteY11" fmla="*/ 3274307 h 5491880"/>
                  <a:gd name="connsiteX12" fmla="*/ 10185875 w 10283484"/>
                  <a:gd name="connsiteY12" fmla="*/ 3492021 h 5491880"/>
                  <a:gd name="connsiteX13" fmla="*/ 9590790 w 10283484"/>
                  <a:gd name="connsiteY13" fmla="*/ 3637164 h 5491880"/>
                  <a:gd name="connsiteX14" fmla="*/ 10026218 w 10283484"/>
                  <a:gd name="connsiteY14" fmla="*/ 3738764 h 5491880"/>
                  <a:gd name="connsiteX15" fmla="*/ 10173175 w 10283484"/>
                  <a:gd name="connsiteY15" fmla="*/ 3860321 h 5491880"/>
                  <a:gd name="connsiteX16" fmla="*/ 10026218 w 10283484"/>
                  <a:gd name="connsiteY16" fmla="*/ 4449964 h 5491880"/>
                  <a:gd name="connsiteX17" fmla="*/ 10040733 w 10283484"/>
                  <a:gd name="connsiteY17" fmla="*/ 4899907 h 5491880"/>
                  <a:gd name="connsiteX18" fmla="*/ 10207200 w 10283484"/>
                  <a:gd name="connsiteY18" fmla="*/ 5491880 h 5491880"/>
                  <a:gd name="connsiteX19" fmla="*/ 9358561 w 10283484"/>
                  <a:gd name="connsiteY19" fmla="*/ 5320821 h 5491880"/>
                  <a:gd name="connsiteX20" fmla="*/ 8008733 w 10283484"/>
                  <a:gd name="connsiteY20" fmla="*/ 5393392 h 5491880"/>
                  <a:gd name="connsiteX21" fmla="*/ 7108847 w 10283484"/>
                  <a:gd name="connsiteY21" fmla="*/ 5422421 h 5491880"/>
                  <a:gd name="connsiteX22" fmla="*/ 6136390 w 10283484"/>
                  <a:gd name="connsiteY22" fmla="*/ 5378878 h 5491880"/>
                  <a:gd name="connsiteX23" fmla="*/ 5512275 w 10283484"/>
                  <a:gd name="connsiteY23" fmla="*/ 5378878 h 5491880"/>
                  <a:gd name="connsiteX24" fmla="*/ 4757533 w 10283484"/>
                  <a:gd name="connsiteY24" fmla="*/ 5422421 h 5491880"/>
                  <a:gd name="connsiteX25" fmla="*/ 4147933 w 10283484"/>
                  <a:gd name="connsiteY25" fmla="*/ 5335335 h 5491880"/>
                  <a:gd name="connsiteX26" fmla="*/ 3668961 w 10283484"/>
                  <a:gd name="connsiteY26" fmla="*/ 5364364 h 5491880"/>
                  <a:gd name="connsiteX27" fmla="*/ 2899704 w 10283484"/>
                  <a:gd name="connsiteY27" fmla="*/ 5277278 h 5491880"/>
                  <a:gd name="connsiteX28" fmla="*/ 1941761 w 10283484"/>
                  <a:gd name="connsiteY28" fmla="*/ 5320821 h 5491880"/>
                  <a:gd name="connsiteX29" fmla="*/ 548390 w 10283484"/>
                  <a:gd name="connsiteY29" fmla="*/ 5277278 h 5491880"/>
                  <a:gd name="connsiteX30" fmla="*/ 54904 w 10283484"/>
                  <a:gd name="connsiteY30" fmla="*/ 5364364 h 5491880"/>
                  <a:gd name="connsiteX31" fmla="*/ 29867 w 10283484"/>
                  <a:gd name="connsiteY31" fmla="*/ 4905829 h 5491880"/>
                  <a:gd name="connsiteX32" fmla="*/ 14934 w 10283484"/>
                  <a:gd name="connsiteY32" fmla="*/ 4519865 h 5491880"/>
                  <a:gd name="connsiteX33" fmla="*/ 61631 w 10283484"/>
                  <a:gd name="connsiteY33" fmla="*/ 4058079 h 5491880"/>
                  <a:gd name="connsiteX34" fmla="*/ 141990 w 10283484"/>
                  <a:gd name="connsiteY34" fmla="*/ 3695221 h 5491880"/>
                  <a:gd name="connsiteX35" fmla="*/ 64366 w 10283484"/>
                  <a:gd name="connsiteY35" fmla="*/ 3547992 h 5491880"/>
                  <a:gd name="connsiteX36" fmla="*/ 325178 w 10283484"/>
                  <a:gd name="connsiteY36" fmla="*/ 3445808 h 5491880"/>
                  <a:gd name="connsiteX37" fmla="*/ 55741 w 10283484"/>
                  <a:gd name="connsiteY37" fmla="*/ 3323773 h 5491880"/>
                  <a:gd name="connsiteX38" fmla="*/ 131467 w 10283484"/>
                  <a:gd name="connsiteY38" fmla="*/ 2830286 h 5491880"/>
                  <a:gd name="connsiteX39" fmla="*/ 9463 w 10283484"/>
                  <a:gd name="connsiteY39" fmla="*/ 2410539 h 5491880"/>
                  <a:gd name="connsiteX40" fmla="*/ 127475 w 10283484"/>
                  <a:gd name="connsiteY40" fmla="*/ 1997049 h 5491880"/>
                  <a:gd name="connsiteX41" fmla="*/ 0 w 10283484"/>
                  <a:gd name="connsiteY41" fmla="*/ 1728368 h 5491880"/>
                  <a:gd name="connsiteX42" fmla="*/ 261873 w 10283484"/>
                  <a:gd name="connsiteY42" fmla="*/ 1674483 h 5491880"/>
                  <a:gd name="connsiteX43" fmla="*/ 26713 w 10283484"/>
                  <a:gd name="connsiteY43" fmla="*/ 1623849 h 5491880"/>
                  <a:gd name="connsiteX44" fmla="*/ 116115 w 10283484"/>
                  <a:gd name="connsiteY44" fmla="*/ 1146045 h 5491880"/>
                  <a:gd name="connsiteX45" fmla="*/ 145563 w 10283484"/>
                  <a:gd name="connsiteY45" fmla="*/ 849253 h 5491880"/>
                  <a:gd name="connsiteX46" fmla="*/ 83933 w 10283484"/>
                  <a:gd name="connsiteY46" fmla="*/ 603678 h 5491880"/>
                  <a:gd name="connsiteX47" fmla="*/ 54904 w 10283484"/>
                  <a:gd name="connsiteY47" fmla="*/ 240821 h 5491880"/>
                  <a:gd name="connsiteX48" fmla="*/ 67101 w 10283484"/>
                  <a:gd name="connsiteY48" fmla="*/ 0 h 5491880"/>
                  <a:gd name="connsiteX0" fmla="*/ 67101 w 10283484"/>
                  <a:gd name="connsiteY0" fmla="*/ 0 h 5491880"/>
                  <a:gd name="connsiteX1" fmla="*/ 2667475 w 10283484"/>
                  <a:gd name="connsiteY1" fmla="*/ 95678 h 5491880"/>
                  <a:gd name="connsiteX2" fmla="*/ 5555818 w 10283484"/>
                  <a:gd name="connsiteY2" fmla="*/ 124707 h 5491880"/>
                  <a:gd name="connsiteX3" fmla="*/ 7195933 w 10283484"/>
                  <a:gd name="connsiteY3" fmla="*/ 240821 h 5491880"/>
                  <a:gd name="connsiteX4" fmla="*/ 8821533 w 10283484"/>
                  <a:gd name="connsiteY4" fmla="*/ 211792 h 5491880"/>
                  <a:gd name="connsiteX5" fmla="*/ 10142333 w 10283484"/>
                  <a:gd name="connsiteY5" fmla="*/ 313392 h 5491880"/>
                  <a:gd name="connsiteX6" fmla="*/ 10236787 w 10283484"/>
                  <a:gd name="connsiteY6" fmla="*/ 1490218 h 5491880"/>
                  <a:gd name="connsiteX7" fmla="*/ 9672209 w 10283484"/>
                  <a:gd name="connsiteY7" fmla="*/ 1768074 h 5491880"/>
                  <a:gd name="connsiteX8" fmla="*/ 10214988 w 10283484"/>
                  <a:gd name="connsiteY8" fmla="*/ 1851635 h 5491880"/>
                  <a:gd name="connsiteX9" fmla="*/ 10283484 w 10283484"/>
                  <a:gd name="connsiteY9" fmla="*/ 2350397 h 5491880"/>
                  <a:gd name="connsiteX10" fmla="*/ 10260764 w 10283484"/>
                  <a:gd name="connsiteY10" fmla="*/ 3088291 h 5491880"/>
                  <a:gd name="connsiteX11" fmla="*/ 10113304 w 10283484"/>
                  <a:gd name="connsiteY11" fmla="*/ 3274307 h 5491880"/>
                  <a:gd name="connsiteX12" fmla="*/ 10185875 w 10283484"/>
                  <a:gd name="connsiteY12" fmla="*/ 3492021 h 5491880"/>
                  <a:gd name="connsiteX13" fmla="*/ 9590790 w 10283484"/>
                  <a:gd name="connsiteY13" fmla="*/ 3637164 h 5491880"/>
                  <a:gd name="connsiteX14" fmla="*/ 10026218 w 10283484"/>
                  <a:gd name="connsiteY14" fmla="*/ 3738764 h 5491880"/>
                  <a:gd name="connsiteX15" fmla="*/ 10173175 w 10283484"/>
                  <a:gd name="connsiteY15" fmla="*/ 3860321 h 5491880"/>
                  <a:gd name="connsiteX16" fmla="*/ 10026218 w 10283484"/>
                  <a:gd name="connsiteY16" fmla="*/ 4449964 h 5491880"/>
                  <a:gd name="connsiteX17" fmla="*/ 10040733 w 10283484"/>
                  <a:gd name="connsiteY17" fmla="*/ 4899907 h 5491880"/>
                  <a:gd name="connsiteX18" fmla="*/ 10207200 w 10283484"/>
                  <a:gd name="connsiteY18" fmla="*/ 5491880 h 5491880"/>
                  <a:gd name="connsiteX19" fmla="*/ 9358561 w 10283484"/>
                  <a:gd name="connsiteY19" fmla="*/ 5320821 h 5491880"/>
                  <a:gd name="connsiteX20" fmla="*/ 8008733 w 10283484"/>
                  <a:gd name="connsiteY20" fmla="*/ 5393392 h 5491880"/>
                  <a:gd name="connsiteX21" fmla="*/ 7108847 w 10283484"/>
                  <a:gd name="connsiteY21" fmla="*/ 5422421 h 5491880"/>
                  <a:gd name="connsiteX22" fmla="*/ 6136390 w 10283484"/>
                  <a:gd name="connsiteY22" fmla="*/ 5378878 h 5491880"/>
                  <a:gd name="connsiteX23" fmla="*/ 5512275 w 10283484"/>
                  <a:gd name="connsiteY23" fmla="*/ 5378878 h 5491880"/>
                  <a:gd name="connsiteX24" fmla="*/ 4757533 w 10283484"/>
                  <a:gd name="connsiteY24" fmla="*/ 5422421 h 5491880"/>
                  <a:gd name="connsiteX25" fmla="*/ 4147933 w 10283484"/>
                  <a:gd name="connsiteY25" fmla="*/ 5335335 h 5491880"/>
                  <a:gd name="connsiteX26" fmla="*/ 3668961 w 10283484"/>
                  <a:gd name="connsiteY26" fmla="*/ 5364364 h 5491880"/>
                  <a:gd name="connsiteX27" fmla="*/ 2899704 w 10283484"/>
                  <a:gd name="connsiteY27" fmla="*/ 5277278 h 5491880"/>
                  <a:gd name="connsiteX28" fmla="*/ 1941761 w 10283484"/>
                  <a:gd name="connsiteY28" fmla="*/ 5320821 h 5491880"/>
                  <a:gd name="connsiteX29" fmla="*/ 548390 w 10283484"/>
                  <a:gd name="connsiteY29" fmla="*/ 5277278 h 5491880"/>
                  <a:gd name="connsiteX30" fmla="*/ 54904 w 10283484"/>
                  <a:gd name="connsiteY30" fmla="*/ 5364364 h 5491880"/>
                  <a:gd name="connsiteX31" fmla="*/ 29867 w 10283484"/>
                  <a:gd name="connsiteY31" fmla="*/ 4905829 h 5491880"/>
                  <a:gd name="connsiteX32" fmla="*/ 14934 w 10283484"/>
                  <a:gd name="connsiteY32" fmla="*/ 4519865 h 5491880"/>
                  <a:gd name="connsiteX33" fmla="*/ 61631 w 10283484"/>
                  <a:gd name="connsiteY33" fmla="*/ 4058079 h 5491880"/>
                  <a:gd name="connsiteX34" fmla="*/ 141990 w 10283484"/>
                  <a:gd name="connsiteY34" fmla="*/ 3695221 h 5491880"/>
                  <a:gd name="connsiteX35" fmla="*/ 64366 w 10283484"/>
                  <a:gd name="connsiteY35" fmla="*/ 3547992 h 5491880"/>
                  <a:gd name="connsiteX36" fmla="*/ 325178 w 10283484"/>
                  <a:gd name="connsiteY36" fmla="*/ 3445808 h 5491880"/>
                  <a:gd name="connsiteX37" fmla="*/ 55741 w 10283484"/>
                  <a:gd name="connsiteY37" fmla="*/ 3323773 h 5491880"/>
                  <a:gd name="connsiteX38" fmla="*/ 131467 w 10283484"/>
                  <a:gd name="connsiteY38" fmla="*/ 2830286 h 5491880"/>
                  <a:gd name="connsiteX39" fmla="*/ 9463 w 10283484"/>
                  <a:gd name="connsiteY39" fmla="*/ 2410539 h 5491880"/>
                  <a:gd name="connsiteX40" fmla="*/ 127475 w 10283484"/>
                  <a:gd name="connsiteY40" fmla="*/ 1997049 h 5491880"/>
                  <a:gd name="connsiteX41" fmla="*/ 0 w 10283484"/>
                  <a:gd name="connsiteY41" fmla="*/ 1728368 h 5491880"/>
                  <a:gd name="connsiteX42" fmla="*/ 261873 w 10283484"/>
                  <a:gd name="connsiteY42" fmla="*/ 1674483 h 5491880"/>
                  <a:gd name="connsiteX43" fmla="*/ 26713 w 10283484"/>
                  <a:gd name="connsiteY43" fmla="*/ 1623849 h 5491880"/>
                  <a:gd name="connsiteX44" fmla="*/ 116115 w 10283484"/>
                  <a:gd name="connsiteY44" fmla="*/ 1146045 h 5491880"/>
                  <a:gd name="connsiteX45" fmla="*/ 145563 w 10283484"/>
                  <a:gd name="connsiteY45" fmla="*/ 849253 h 5491880"/>
                  <a:gd name="connsiteX46" fmla="*/ 83933 w 10283484"/>
                  <a:gd name="connsiteY46" fmla="*/ 603678 h 5491880"/>
                  <a:gd name="connsiteX47" fmla="*/ 54904 w 10283484"/>
                  <a:gd name="connsiteY47" fmla="*/ 240821 h 5491880"/>
                  <a:gd name="connsiteX48" fmla="*/ 67101 w 10283484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142333 w 10311675"/>
                  <a:gd name="connsiteY5" fmla="*/ 313392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185875 w 10311675"/>
                  <a:gd name="connsiteY12" fmla="*/ 3492021 h 5491880"/>
                  <a:gd name="connsiteX13" fmla="*/ 9590790 w 10311675"/>
                  <a:gd name="connsiteY13" fmla="*/ 3637164 h 5491880"/>
                  <a:gd name="connsiteX14" fmla="*/ 10026218 w 10311675"/>
                  <a:gd name="connsiteY14" fmla="*/ 3738764 h 5491880"/>
                  <a:gd name="connsiteX15" fmla="*/ 10173175 w 10311675"/>
                  <a:gd name="connsiteY15" fmla="*/ 3860321 h 5491880"/>
                  <a:gd name="connsiteX16" fmla="*/ 10026218 w 10311675"/>
                  <a:gd name="connsiteY16" fmla="*/ 4449964 h 5491880"/>
                  <a:gd name="connsiteX17" fmla="*/ 10040733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142333 w 10311675"/>
                  <a:gd name="connsiteY5" fmla="*/ 313392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26218 w 10311675"/>
                  <a:gd name="connsiteY14" fmla="*/ 3738764 h 5491880"/>
                  <a:gd name="connsiteX15" fmla="*/ 10173175 w 10311675"/>
                  <a:gd name="connsiteY15" fmla="*/ 3860321 h 5491880"/>
                  <a:gd name="connsiteX16" fmla="*/ 10026218 w 10311675"/>
                  <a:gd name="connsiteY16" fmla="*/ 4449964 h 5491880"/>
                  <a:gd name="connsiteX17" fmla="*/ 10040733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142333 w 10311675"/>
                  <a:gd name="connsiteY5" fmla="*/ 313392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173175 w 10311675"/>
                  <a:gd name="connsiteY15" fmla="*/ 3860321 h 5491880"/>
                  <a:gd name="connsiteX16" fmla="*/ 10026218 w 10311675"/>
                  <a:gd name="connsiteY16" fmla="*/ 4449964 h 5491880"/>
                  <a:gd name="connsiteX17" fmla="*/ 10040733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142333 w 10311675"/>
                  <a:gd name="connsiteY5" fmla="*/ 313392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026218 w 10311675"/>
                  <a:gd name="connsiteY16" fmla="*/ 4449964 h 5491880"/>
                  <a:gd name="connsiteX17" fmla="*/ 10040733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142333 w 10311675"/>
                  <a:gd name="connsiteY5" fmla="*/ 313392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40733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142333 w 10311675"/>
                  <a:gd name="connsiteY5" fmla="*/ 313392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92482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219957 w 10311675"/>
                  <a:gd name="connsiteY5" fmla="*/ 270433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92482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195933 w 10311675"/>
                  <a:gd name="connsiteY3" fmla="*/ 240821 h 5491880"/>
                  <a:gd name="connsiteX4" fmla="*/ 8821533 w 10311675"/>
                  <a:gd name="connsiteY4" fmla="*/ 211792 h 5491880"/>
                  <a:gd name="connsiteX5" fmla="*/ 10194082 w 10311675"/>
                  <a:gd name="connsiteY5" fmla="*/ 21270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92482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555818 w 10311675"/>
                  <a:gd name="connsiteY2" fmla="*/ 124707 h 5491880"/>
                  <a:gd name="connsiteX3" fmla="*/ 7032061 w 10311675"/>
                  <a:gd name="connsiteY3" fmla="*/ 250 h 5491880"/>
                  <a:gd name="connsiteX4" fmla="*/ 8821533 w 10311675"/>
                  <a:gd name="connsiteY4" fmla="*/ 211792 h 5491880"/>
                  <a:gd name="connsiteX5" fmla="*/ 10194082 w 10311675"/>
                  <a:gd name="connsiteY5" fmla="*/ 21270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92482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426445 w 10311675"/>
                  <a:gd name="connsiteY2" fmla="*/ 47381 h 5491880"/>
                  <a:gd name="connsiteX3" fmla="*/ 7032061 w 10311675"/>
                  <a:gd name="connsiteY3" fmla="*/ 250 h 5491880"/>
                  <a:gd name="connsiteX4" fmla="*/ 8821533 w 10311675"/>
                  <a:gd name="connsiteY4" fmla="*/ 211792 h 5491880"/>
                  <a:gd name="connsiteX5" fmla="*/ 10194082 w 10311675"/>
                  <a:gd name="connsiteY5" fmla="*/ 21270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92482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426445 w 10311675"/>
                  <a:gd name="connsiteY2" fmla="*/ 47381 h 5491880"/>
                  <a:gd name="connsiteX3" fmla="*/ 7118309 w 10311675"/>
                  <a:gd name="connsiteY3" fmla="*/ 51801 h 5491880"/>
                  <a:gd name="connsiteX4" fmla="*/ 8821533 w 10311675"/>
                  <a:gd name="connsiteY4" fmla="*/ 211792 h 5491880"/>
                  <a:gd name="connsiteX5" fmla="*/ 10194082 w 10311675"/>
                  <a:gd name="connsiteY5" fmla="*/ 21270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92482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1675"/>
                  <a:gd name="connsiteY0" fmla="*/ 0 h 5491880"/>
                  <a:gd name="connsiteX1" fmla="*/ 2667475 w 10311675"/>
                  <a:gd name="connsiteY1" fmla="*/ 95678 h 5491880"/>
                  <a:gd name="connsiteX2" fmla="*/ 5426445 w 10311675"/>
                  <a:gd name="connsiteY2" fmla="*/ 47381 h 5491880"/>
                  <a:gd name="connsiteX3" fmla="*/ 7118309 w 10311675"/>
                  <a:gd name="connsiteY3" fmla="*/ 51801 h 5491880"/>
                  <a:gd name="connsiteX4" fmla="*/ 8821533 w 10311675"/>
                  <a:gd name="connsiteY4" fmla="*/ 82915 h 5491880"/>
                  <a:gd name="connsiteX5" fmla="*/ 10194082 w 10311675"/>
                  <a:gd name="connsiteY5" fmla="*/ 21270 h 5491880"/>
                  <a:gd name="connsiteX6" fmla="*/ 10236787 w 10311675"/>
                  <a:gd name="connsiteY6" fmla="*/ 1490218 h 5491880"/>
                  <a:gd name="connsiteX7" fmla="*/ 9672209 w 10311675"/>
                  <a:gd name="connsiteY7" fmla="*/ 1768074 h 5491880"/>
                  <a:gd name="connsiteX8" fmla="*/ 10214988 w 10311675"/>
                  <a:gd name="connsiteY8" fmla="*/ 1851635 h 5491880"/>
                  <a:gd name="connsiteX9" fmla="*/ 10283484 w 10311675"/>
                  <a:gd name="connsiteY9" fmla="*/ 2350397 h 5491880"/>
                  <a:gd name="connsiteX10" fmla="*/ 10260764 w 10311675"/>
                  <a:gd name="connsiteY10" fmla="*/ 3088291 h 5491880"/>
                  <a:gd name="connsiteX11" fmla="*/ 10311675 w 10311675"/>
                  <a:gd name="connsiteY11" fmla="*/ 3231348 h 5491880"/>
                  <a:gd name="connsiteX12" fmla="*/ 10263498 w 10311675"/>
                  <a:gd name="connsiteY12" fmla="*/ 3423286 h 5491880"/>
                  <a:gd name="connsiteX13" fmla="*/ 9590790 w 10311675"/>
                  <a:gd name="connsiteY13" fmla="*/ 3637164 h 5491880"/>
                  <a:gd name="connsiteX14" fmla="*/ 10043468 w 10311675"/>
                  <a:gd name="connsiteY14" fmla="*/ 3712988 h 5491880"/>
                  <a:gd name="connsiteX15" fmla="*/ 10311172 w 10311675"/>
                  <a:gd name="connsiteY15" fmla="*/ 3714260 h 5491880"/>
                  <a:gd name="connsiteX16" fmla="*/ 10138341 w 10311675"/>
                  <a:gd name="connsiteY16" fmla="*/ 4407005 h 5491880"/>
                  <a:gd name="connsiteX17" fmla="*/ 10092482 w 10311675"/>
                  <a:gd name="connsiteY17" fmla="*/ 4899907 h 5491880"/>
                  <a:gd name="connsiteX18" fmla="*/ 10207200 w 10311675"/>
                  <a:gd name="connsiteY18" fmla="*/ 5491880 h 5491880"/>
                  <a:gd name="connsiteX19" fmla="*/ 9358561 w 10311675"/>
                  <a:gd name="connsiteY19" fmla="*/ 5320821 h 5491880"/>
                  <a:gd name="connsiteX20" fmla="*/ 8008733 w 10311675"/>
                  <a:gd name="connsiteY20" fmla="*/ 5393392 h 5491880"/>
                  <a:gd name="connsiteX21" fmla="*/ 7108847 w 10311675"/>
                  <a:gd name="connsiteY21" fmla="*/ 5422421 h 5491880"/>
                  <a:gd name="connsiteX22" fmla="*/ 6136390 w 10311675"/>
                  <a:gd name="connsiteY22" fmla="*/ 5378878 h 5491880"/>
                  <a:gd name="connsiteX23" fmla="*/ 5512275 w 10311675"/>
                  <a:gd name="connsiteY23" fmla="*/ 5378878 h 5491880"/>
                  <a:gd name="connsiteX24" fmla="*/ 4757533 w 10311675"/>
                  <a:gd name="connsiteY24" fmla="*/ 5422421 h 5491880"/>
                  <a:gd name="connsiteX25" fmla="*/ 4147933 w 10311675"/>
                  <a:gd name="connsiteY25" fmla="*/ 5335335 h 5491880"/>
                  <a:gd name="connsiteX26" fmla="*/ 3668961 w 10311675"/>
                  <a:gd name="connsiteY26" fmla="*/ 5364364 h 5491880"/>
                  <a:gd name="connsiteX27" fmla="*/ 2899704 w 10311675"/>
                  <a:gd name="connsiteY27" fmla="*/ 5277278 h 5491880"/>
                  <a:gd name="connsiteX28" fmla="*/ 1941761 w 10311675"/>
                  <a:gd name="connsiteY28" fmla="*/ 5320821 h 5491880"/>
                  <a:gd name="connsiteX29" fmla="*/ 548390 w 10311675"/>
                  <a:gd name="connsiteY29" fmla="*/ 5277278 h 5491880"/>
                  <a:gd name="connsiteX30" fmla="*/ 54904 w 10311675"/>
                  <a:gd name="connsiteY30" fmla="*/ 5364364 h 5491880"/>
                  <a:gd name="connsiteX31" fmla="*/ 29867 w 10311675"/>
                  <a:gd name="connsiteY31" fmla="*/ 4905829 h 5491880"/>
                  <a:gd name="connsiteX32" fmla="*/ 14934 w 10311675"/>
                  <a:gd name="connsiteY32" fmla="*/ 4519865 h 5491880"/>
                  <a:gd name="connsiteX33" fmla="*/ 61631 w 10311675"/>
                  <a:gd name="connsiteY33" fmla="*/ 4058079 h 5491880"/>
                  <a:gd name="connsiteX34" fmla="*/ 141990 w 10311675"/>
                  <a:gd name="connsiteY34" fmla="*/ 3695221 h 5491880"/>
                  <a:gd name="connsiteX35" fmla="*/ 64366 w 10311675"/>
                  <a:gd name="connsiteY35" fmla="*/ 3547992 h 5491880"/>
                  <a:gd name="connsiteX36" fmla="*/ 325178 w 10311675"/>
                  <a:gd name="connsiteY36" fmla="*/ 3445808 h 5491880"/>
                  <a:gd name="connsiteX37" fmla="*/ 55741 w 10311675"/>
                  <a:gd name="connsiteY37" fmla="*/ 3323773 h 5491880"/>
                  <a:gd name="connsiteX38" fmla="*/ 131467 w 10311675"/>
                  <a:gd name="connsiteY38" fmla="*/ 2830286 h 5491880"/>
                  <a:gd name="connsiteX39" fmla="*/ 9463 w 10311675"/>
                  <a:gd name="connsiteY39" fmla="*/ 2410539 h 5491880"/>
                  <a:gd name="connsiteX40" fmla="*/ 127475 w 10311675"/>
                  <a:gd name="connsiteY40" fmla="*/ 1997049 h 5491880"/>
                  <a:gd name="connsiteX41" fmla="*/ 0 w 10311675"/>
                  <a:gd name="connsiteY41" fmla="*/ 1728368 h 5491880"/>
                  <a:gd name="connsiteX42" fmla="*/ 261873 w 10311675"/>
                  <a:gd name="connsiteY42" fmla="*/ 1674483 h 5491880"/>
                  <a:gd name="connsiteX43" fmla="*/ 26713 w 10311675"/>
                  <a:gd name="connsiteY43" fmla="*/ 1623849 h 5491880"/>
                  <a:gd name="connsiteX44" fmla="*/ 116115 w 10311675"/>
                  <a:gd name="connsiteY44" fmla="*/ 1146045 h 5491880"/>
                  <a:gd name="connsiteX45" fmla="*/ 145563 w 10311675"/>
                  <a:gd name="connsiteY45" fmla="*/ 849253 h 5491880"/>
                  <a:gd name="connsiteX46" fmla="*/ 83933 w 10311675"/>
                  <a:gd name="connsiteY46" fmla="*/ 603678 h 5491880"/>
                  <a:gd name="connsiteX47" fmla="*/ 54904 w 10311675"/>
                  <a:gd name="connsiteY47" fmla="*/ 240821 h 5491880"/>
                  <a:gd name="connsiteX48" fmla="*/ 67101 w 10311675"/>
                  <a:gd name="connsiteY48" fmla="*/ 0 h 5491880"/>
                  <a:gd name="connsiteX0" fmla="*/ 67101 w 10314830"/>
                  <a:gd name="connsiteY0" fmla="*/ 47465 h 5539345"/>
                  <a:gd name="connsiteX1" fmla="*/ 2667475 w 10314830"/>
                  <a:gd name="connsiteY1" fmla="*/ 143143 h 5539345"/>
                  <a:gd name="connsiteX2" fmla="*/ 5426445 w 10314830"/>
                  <a:gd name="connsiteY2" fmla="*/ 94846 h 5539345"/>
                  <a:gd name="connsiteX3" fmla="*/ 7118309 w 10314830"/>
                  <a:gd name="connsiteY3" fmla="*/ 99266 h 5539345"/>
                  <a:gd name="connsiteX4" fmla="*/ 8821533 w 10314830"/>
                  <a:gd name="connsiteY4" fmla="*/ 130380 h 5539345"/>
                  <a:gd name="connsiteX5" fmla="*/ 10314830 w 10314830"/>
                  <a:gd name="connsiteY5" fmla="*/ 0 h 5539345"/>
                  <a:gd name="connsiteX6" fmla="*/ 10236787 w 10314830"/>
                  <a:gd name="connsiteY6" fmla="*/ 1537683 h 5539345"/>
                  <a:gd name="connsiteX7" fmla="*/ 9672209 w 10314830"/>
                  <a:gd name="connsiteY7" fmla="*/ 1815539 h 5539345"/>
                  <a:gd name="connsiteX8" fmla="*/ 10214988 w 10314830"/>
                  <a:gd name="connsiteY8" fmla="*/ 1899100 h 5539345"/>
                  <a:gd name="connsiteX9" fmla="*/ 10283484 w 10314830"/>
                  <a:gd name="connsiteY9" fmla="*/ 2397862 h 5539345"/>
                  <a:gd name="connsiteX10" fmla="*/ 10260764 w 10314830"/>
                  <a:gd name="connsiteY10" fmla="*/ 3135756 h 5539345"/>
                  <a:gd name="connsiteX11" fmla="*/ 10311675 w 10314830"/>
                  <a:gd name="connsiteY11" fmla="*/ 3278813 h 5539345"/>
                  <a:gd name="connsiteX12" fmla="*/ 10263498 w 10314830"/>
                  <a:gd name="connsiteY12" fmla="*/ 3470751 h 5539345"/>
                  <a:gd name="connsiteX13" fmla="*/ 9590790 w 10314830"/>
                  <a:gd name="connsiteY13" fmla="*/ 3684629 h 5539345"/>
                  <a:gd name="connsiteX14" fmla="*/ 10043468 w 10314830"/>
                  <a:gd name="connsiteY14" fmla="*/ 3760453 h 5539345"/>
                  <a:gd name="connsiteX15" fmla="*/ 10311172 w 10314830"/>
                  <a:gd name="connsiteY15" fmla="*/ 3761725 h 5539345"/>
                  <a:gd name="connsiteX16" fmla="*/ 10138341 w 10314830"/>
                  <a:gd name="connsiteY16" fmla="*/ 4454470 h 5539345"/>
                  <a:gd name="connsiteX17" fmla="*/ 10092482 w 10314830"/>
                  <a:gd name="connsiteY17" fmla="*/ 4947372 h 5539345"/>
                  <a:gd name="connsiteX18" fmla="*/ 10207200 w 10314830"/>
                  <a:gd name="connsiteY18" fmla="*/ 5539345 h 5539345"/>
                  <a:gd name="connsiteX19" fmla="*/ 9358561 w 10314830"/>
                  <a:gd name="connsiteY19" fmla="*/ 5368286 h 5539345"/>
                  <a:gd name="connsiteX20" fmla="*/ 8008733 w 10314830"/>
                  <a:gd name="connsiteY20" fmla="*/ 5440857 h 5539345"/>
                  <a:gd name="connsiteX21" fmla="*/ 7108847 w 10314830"/>
                  <a:gd name="connsiteY21" fmla="*/ 5469886 h 5539345"/>
                  <a:gd name="connsiteX22" fmla="*/ 6136390 w 10314830"/>
                  <a:gd name="connsiteY22" fmla="*/ 5426343 h 5539345"/>
                  <a:gd name="connsiteX23" fmla="*/ 5512275 w 10314830"/>
                  <a:gd name="connsiteY23" fmla="*/ 5426343 h 5539345"/>
                  <a:gd name="connsiteX24" fmla="*/ 4757533 w 10314830"/>
                  <a:gd name="connsiteY24" fmla="*/ 5469886 h 5539345"/>
                  <a:gd name="connsiteX25" fmla="*/ 4147933 w 10314830"/>
                  <a:gd name="connsiteY25" fmla="*/ 5382800 h 5539345"/>
                  <a:gd name="connsiteX26" fmla="*/ 3668961 w 10314830"/>
                  <a:gd name="connsiteY26" fmla="*/ 5411829 h 5539345"/>
                  <a:gd name="connsiteX27" fmla="*/ 2899704 w 10314830"/>
                  <a:gd name="connsiteY27" fmla="*/ 5324743 h 5539345"/>
                  <a:gd name="connsiteX28" fmla="*/ 1941761 w 10314830"/>
                  <a:gd name="connsiteY28" fmla="*/ 5368286 h 5539345"/>
                  <a:gd name="connsiteX29" fmla="*/ 548390 w 10314830"/>
                  <a:gd name="connsiteY29" fmla="*/ 5324743 h 5539345"/>
                  <a:gd name="connsiteX30" fmla="*/ 54904 w 10314830"/>
                  <a:gd name="connsiteY30" fmla="*/ 5411829 h 5539345"/>
                  <a:gd name="connsiteX31" fmla="*/ 29867 w 10314830"/>
                  <a:gd name="connsiteY31" fmla="*/ 4953294 h 5539345"/>
                  <a:gd name="connsiteX32" fmla="*/ 14934 w 10314830"/>
                  <a:gd name="connsiteY32" fmla="*/ 4567330 h 5539345"/>
                  <a:gd name="connsiteX33" fmla="*/ 61631 w 10314830"/>
                  <a:gd name="connsiteY33" fmla="*/ 4105544 h 5539345"/>
                  <a:gd name="connsiteX34" fmla="*/ 141990 w 10314830"/>
                  <a:gd name="connsiteY34" fmla="*/ 3742686 h 5539345"/>
                  <a:gd name="connsiteX35" fmla="*/ 64366 w 10314830"/>
                  <a:gd name="connsiteY35" fmla="*/ 3595457 h 5539345"/>
                  <a:gd name="connsiteX36" fmla="*/ 325178 w 10314830"/>
                  <a:gd name="connsiteY36" fmla="*/ 3493273 h 5539345"/>
                  <a:gd name="connsiteX37" fmla="*/ 55741 w 10314830"/>
                  <a:gd name="connsiteY37" fmla="*/ 3371238 h 5539345"/>
                  <a:gd name="connsiteX38" fmla="*/ 131467 w 10314830"/>
                  <a:gd name="connsiteY38" fmla="*/ 2877751 h 5539345"/>
                  <a:gd name="connsiteX39" fmla="*/ 9463 w 10314830"/>
                  <a:gd name="connsiteY39" fmla="*/ 2458004 h 5539345"/>
                  <a:gd name="connsiteX40" fmla="*/ 127475 w 10314830"/>
                  <a:gd name="connsiteY40" fmla="*/ 2044514 h 5539345"/>
                  <a:gd name="connsiteX41" fmla="*/ 0 w 10314830"/>
                  <a:gd name="connsiteY41" fmla="*/ 1775833 h 5539345"/>
                  <a:gd name="connsiteX42" fmla="*/ 261873 w 10314830"/>
                  <a:gd name="connsiteY42" fmla="*/ 1721948 h 5539345"/>
                  <a:gd name="connsiteX43" fmla="*/ 26713 w 10314830"/>
                  <a:gd name="connsiteY43" fmla="*/ 1671314 h 5539345"/>
                  <a:gd name="connsiteX44" fmla="*/ 116115 w 10314830"/>
                  <a:gd name="connsiteY44" fmla="*/ 1193510 h 5539345"/>
                  <a:gd name="connsiteX45" fmla="*/ 145563 w 10314830"/>
                  <a:gd name="connsiteY45" fmla="*/ 896718 h 5539345"/>
                  <a:gd name="connsiteX46" fmla="*/ 83933 w 10314830"/>
                  <a:gd name="connsiteY46" fmla="*/ 651143 h 5539345"/>
                  <a:gd name="connsiteX47" fmla="*/ 54904 w 10314830"/>
                  <a:gd name="connsiteY47" fmla="*/ 288286 h 5539345"/>
                  <a:gd name="connsiteX48" fmla="*/ 67101 w 10314830"/>
                  <a:gd name="connsiteY48" fmla="*/ 47465 h 5539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0314830" h="5539345">
                    <a:moveTo>
                      <a:pt x="67101" y="47465"/>
                    </a:moveTo>
                    <a:lnTo>
                      <a:pt x="2667475" y="143143"/>
                    </a:lnTo>
                    <a:lnTo>
                      <a:pt x="5426445" y="94846"/>
                    </a:lnTo>
                    <a:lnTo>
                      <a:pt x="7118309" y="99266"/>
                    </a:lnTo>
                    <a:lnTo>
                      <a:pt x="8821533" y="130380"/>
                    </a:lnTo>
                    <a:lnTo>
                      <a:pt x="10314830" y="0"/>
                    </a:lnTo>
                    <a:lnTo>
                      <a:pt x="10236787" y="1537683"/>
                    </a:lnTo>
                    <a:lnTo>
                      <a:pt x="9672209" y="1815539"/>
                    </a:lnTo>
                    <a:lnTo>
                      <a:pt x="10214988" y="1899100"/>
                    </a:lnTo>
                    <a:lnTo>
                      <a:pt x="10283484" y="2397862"/>
                    </a:lnTo>
                    <a:lnTo>
                      <a:pt x="10260764" y="3135756"/>
                    </a:lnTo>
                    <a:lnTo>
                      <a:pt x="10311675" y="3278813"/>
                    </a:lnTo>
                    <a:lnTo>
                      <a:pt x="10263498" y="3470751"/>
                    </a:lnTo>
                    <a:lnTo>
                      <a:pt x="9590790" y="3684629"/>
                    </a:lnTo>
                    <a:lnTo>
                      <a:pt x="10043468" y="3760453"/>
                    </a:lnTo>
                    <a:lnTo>
                      <a:pt x="10311172" y="3761725"/>
                    </a:lnTo>
                    <a:lnTo>
                      <a:pt x="10138341" y="4454470"/>
                    </a:lnTo>
                    <a:lnTo>
                      <a:pt x="10092482" y="4947372"/>
                    </a:lnTo>
                    <a:lnTo>
                      <a:pt x="10207200" y="5539345"/>
                    </a:lnTo>
                    <a:lnTo>
                      <a:pt x="9358561" y="5368286"/>
                    </a:lnTo>
                    <a:lnTo>
                      <a:pt x="8008733" y="5440857"/>
                    </a:lnTo>
                    <a:lnTo>
                      <a:pt x="7108847" y="5469886"/>
                    </a:lnTo>
                    <a:lnTo>
                      <a:pt x="6136390" y="5426343"/>
                    </a:lnTo>
                    <a:lnTo>
                      <a:pt x="5512275" y="5426343"/>
                    </a:lnTo>
                    <a:lnTo>
                      <a:pt x="4757533" y="5469886"/>
                    </a:lnTo>
                    <a:lnTo>
                      <a:pt x="4147933" y="5382800"/>
                    </a:lnTo>
                    <a:lnTo>
                      <a:pt x="3668961" y="5411829"/>
                    </a:lnTo>
                    <a:lnTo>
                      <a:pt x="2899704" y="5324743"/>
                    </a:lnTo>
                    <a:lnTo>
                      <a:pt x="1941761" y="5368286"/>
                    </a:lnTo>
                    <a:lnTo>
                      <a:pt x="548390" y="5324743"/>
                    </a:lnTo>
                    <a:lnTo>
                      <a:pt x="54904" y="5411829"/>
                    </a:lnTo>
                    <a:lnTo>
                      <a:pt x="29867" y="4953294"/>
                    </a:lnTo>
                    <a:lnTo>
                      <a:pt x="14934" y="4567330"/>
                    </a:lnTo>
                    <a:lnTo>
                      <a:pt x="61631" y="4105544"/>
                    </a:lnTo>
                    <a:lnTo>
                      <a:pt x="141990" y="3742686"/>
                    </a:lnTo>
                    <a:lnTo>
                      <a:pt x="64366" y="3595457"/>
                    </a:lnTo>
                    <a:lnTo>
                      <a:pt x="325178" y="3493273"/>
                    </a:lnTo>
                    <a:lnTo>
                      <a:pt x="55741" y="3371238"/>
                    </a:lnTo>
                    <a:lnTo>
                      <a:pt x="131467" y="2877751"/>
                    </a:lnTo>
                    <a:lnTo>
                      <a:pt x="9463" y="2458004"/>
                    </a:lnTo>
                    <a:lnTo>
                      <a:pt x="127475" y="2044514"/>
                    </a:lnTo>
                    <a:lnTo>
                      <a:pt x="0" y="1775833"/>
                    </a:lnTo>
                    <a:lnTo>
                      <a:pt x="261873" y="1721948"/>
                    </a:lnTo>
                    <a:lnTo>
                      <a:pt x="26713" y="1671314"/>
                    </a:lnTo>
                    <a:lnTo>
                      <a:pt x="116115" y="1193510"/>
                    </a:lnTo>
                    <a:lnTo>
                      <a:pt x="145563" y="896718"/>
                    </a:lnTo>
                    <a:lnTo>
                      <a:pt x="83933" y="651143"/>
                    </a:lnTo>
                    <a:lnTo>
                      <a:pt x="54904" y="288286"/>
                    </a:lnTo>
                    <a:lnTo>
                      <a:pt x="67101" y="47465"/>
                    </a:lnTo>
                    <a:close/>
                  </a:path>
                </a:pathLst>
              </a:custGeom>
              <a:solidFill>
                <a:schemeClr val="bg1"/>
              </a:solidFill>
              <a:ln w="317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>
                  <a:defRPr/>
                </a:pPr>
                <a:r>
                  <a:rPr lang="ko-KR" altLang="en-US" sz="2800" b="1" i="1" kern="0" dirty="0">
                    <a:solidFill>
                      <a:prstClr val="black">
                        <a:lumMod val="75000"/>
                        <a:lumOff val="25000"/>
                      </a:prstClr>
                    </a:solidFill>
                  </a:rPr>
                  <a:t>기계학습 모델 생성</a:t>
                </a:r>
                <a:endParaRPr lang="en-US" altLang="ko-KR" sz="2800" b="1" i="1" kern="0" dirty="0">
                  <a:solidFill>
                    <a:prstClr val="black">
                      <a:lumMod val="75000"/>
                      <a:lumOff val="25000"/>
                    </a:prstClr>
                  </a:solidFill>
                </a:endParaRPr>
              </a:p>
              <a:p>
                <a:pPr algn="ctr" latinLnBrk="0">
                  <a:lnSpc>
                    <a:spcPct val="200000"/>
                  </a:lnSpc>
                  <a:defRPr/>
                </a:pPr>
                <a:r>
                  <a:rPr lang="en-US" altLang="ko-KR" sz="800" kern="0" dirty="0">
                    <a:solidFill>
                      <a:prstClr val="white">
                        <a:lumMod val="65000"/>
                      </a:prstClr>
                    </a:solidFill>
                  </a:rPr>
                  <a:t>2020310969</a:t>
                </a:r>
                <a:r>
                  <a:rPr lang="ko-KR" altLang="en-US" sz="800" kern="0" dirty="0">
                    <a:solidFill>
                      <a:prstClr val="white">
                        <a:lumMod val="65000"/>
                      </a:prstClr>
                    </a:solidFill>
                  </a:rPr>
                  <a:t> </a:t>
                </a:r>
                <a:r>
                  <a:rPr lang="ko-KR" altLang="en-US" sz="800" kern="0" dirty="0" err="1">
                    <a:solidFill>
                      <a:prstClr val="white">
                        <a:lumMod val="65000"/>
                      </a:prstClr>
                    </a:solidFill>
                  </a:rPr>
                  <a:t>박서영</a:t>
                </a:r>
                <a:endParaRPr lang="ko-KR" altLang="en-US" sz="2000" dirty="0">
                  <a:solidFill>
                    <a:prstClr val="white">
                      <a:lumMod val="65000"/>
                    </a:prstClr>
                  </a:solidFill>
                </a:endParaRPr>
              </a:p>
            </p:txBody>
          </p:sp>
          <p:sp>
            <p:nvSpPr>
              <p:cNvPr id="8" name="자유형: 도형 7">
                <a:extLst>
                  <a:ext uri="{FF2B5EF4-FFF2-40B4-BE49-F238E27FC236}">
                    <a16:creationId xmlns:a16="http://schemas.microsoft.com/office/drawing/2014/main" id="{83976A80-8E84-4AFD-A03C-CFC65AD1BDF1}"/>
                  </a:ext>
                </a:extLst>
              </p:cNvPr>
              <p:cNvSpPr/>
              <p:nvPr/>
            </p:nvSpPr>
            <p:spPr>
              <a:xfrm>
                <a:off x="11717153" y="394670"/>
                <a:ext cx="149837" cy="143932"/>
              </a:xfrm>
              <a:custGeom>
                <a:avLst/>
                <a:gdLst>
                  <a:gd name="connsiteX0" fmla="*/ 0 w 228600"/>
                  <a:gd name="connsiteY0" fmla="*/ 215900 h 215900"/>
                  <a:gd name="connsiteX1" fmla="*/ 228600 w 228600"/>
                  <a:gd name="connsiteY1" fmla="*/ 0 h 21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8600" h="215900">
                    <a:moveTo>
                      <a:pt x="0" y="215900"/>
                    </a:moveTo>
                    <a:lnTo>
                      <a:pt x="228600" y="0"/>
                    </a:lnTo>
                  </a:path>
                </a:pathLst>
              </a:custGeom>
              <a:noFill/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  <p:sp>
            <p:nvSpPr>
              <p:cNvPr id="9" name="자유형: 도형 8">
                <a:extLst>
                  <a:ext uri="{FF2B5EF4-FFF2-40B4-BE49-F238E27FC236}">
                    <a16:creationId xmlns:a16="http://schemas.microsoft.com/office/drawing/2014/main" id="{E90DAE53-28D2-4E04-8C86-ECB6E88C6E11}"/>
                  </a:ext>
                </a:extLst>
              </p:cNvPr>
              <p:cNvSpPr/>
              <p:nvPr/>
            </p:nvSpPr>
            <p:spPr>
              <a:xfrm>
                <a:off x="11527708" y="2524126"/>
                <a:ext cx="359490" cy="95250"/>
              </a:xfrm>
              <a:custGeom>
                <a:avLst/>
                <a:gdLst>
                  <a:gd name="connsiteX0" fmla="*/ 0 w 228600"/>
                  <a:gd name="connsiteY0" fmla="*/ 215900 h 215900"/>
                  <a:gd name="connsiteX1" fmla="*/ 228600 w 228600"/>
                  <a:gd name="connsiteY1" fmla="*/ 0 h 21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8600" h="215900">
                    <a:moveTo>
                      <a:pt x="0" y="215900"/>
                    </a:moveTo>
                    <a:lnTo>
                      <a:pt x="228600" y="0"/>
                    </a:lnTo>
                  </a:path>
                </a:pathLst>
              </a:custGeom>
              <a:noFill/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29AC080A-427E-4145-8CE6-5FB0B0B111AA}"/>
                  </a:ext>
                </a:extLst>
              </p:cNvPr>
              <p:cNvSpPr/>
              <p:nvPr/>
            </p:nvSpPr>
            <p:spPr>
              <a:xfrm>
                <a:off x="11689519" y="4484808"/>
                <a:ext cx="197679" cy="217346"/>
              </a:xfrm>
              <a:custGeom>
                <a:avLst/>
                <a:gdLst>
                  <a:gd name="connsiteX0" fmla="*/ 0 w 228600"/>
                  <a:gd name="connsiteY0" fmla="*/ 215900 h 215900"/>
                  <a:gd name="connsiteX1" fmla="*/ 228600 w 228600"/>
                  <a:gd name="connsiteY1" fmla="*/ 0 h 215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8600" h="215900">
                    <a:moveTo>
                      <a:pt x="0" y="215900"/>
                    </a:moveTo>
                    <a:lnTo>
                      <a:pt x="228600" y="0"/>
                    </a:lnTo>
                  </a:path>
                </a:pathLst>
              </a:custGeom>
              <a:noFill/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21CC290D-F882-4AC2-A8B1-E43AB3BCBF40}"/>
                  </a:ext>
                </a:extLst>
              </p:cNvPr>
              <p:cNvGrpSpPr/>
              <p:nvPr/>
            </p:nvGrpSpPr>
            <p:grpSpPr>
              <a:xfrm rot="16200000">
                <a:off x="932618" y="401215"/>
                <a:ext cx="39755" cy="752591"/>
                <a:chOff x="1079500" y="1271035"/>
                <a:chExt cx="39755" cy="752591"/>
              </a:xfrm>
            </p:grpSpPr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E122FC40-918F-4EE8-85A9-1F35BFF3B2A3}"/>
                    </a:ext>
                  </a:extLst>
                </p:cNvPr>
                <p:cNvSpPr/>
                <p:nvPr/>
              </p:nvSpPr>
              <p:spPr>
                <a:xfrm>
                  <a:off x="1079500" y="1411626"/>
                  <a:ext cx="26236" cy="612000"/>
                </a:xfrm>
                <a:custGeom>
                  <a:avLst/>
                  <a:gdLst>
                    <a:gd name="connsiteX0" fmla="*/ 0 w 28914"/>
                    <a:gd name="connsiteY0" fmla="*/ 0 h 809625"/>
                    <a:gd name="connsiteX1" fmla="*/ 9525 w 28914"/>
                    <a:gd name="connsiteY1" fmla="*/ 485775 h 809625"/>
                    <a:gd name="connsiteX2" fmla="*/ 19050 w 28914"/>
                    <a:gd name="connsiteY2" fmla="*/ 714375 h 809625"/>
                    <a:gd name="connsiteX3" fmla="*/ 28575 w 28914"/>
                    <a:gd name="connsiteY3" fmla="*/ 809625 h 809625"/>
                    <a:gd name="connsiteX0" fmla="*/ 0 w 27381"/>
                    <a:gd name="connsiteY0" fmla="*/ 0 h 866775"/>
                    <a:gd name="connsiteX1" fmla="*/ 9525 w 27381"/>
                    <a:gd name="connsiteY1" fmla="*/ 485775 h 866775"/>
                    <a:gd name="connsiteX2" fmla="*/ 19050 w 27381"/>
                    <a:gd name="connsiteY2" fmla="*/ 714375 h 866775"/>
                    <a:gd name="connsiteX3" fmla="*/ 26193 w 27381"/>
                    <a:gd name="connsiteY3" fmla="*/ 866775 h 866775"/>
                    <a:gd name="connsiteX0" fmla="*/ 0 w 26236"/>
                    <a:gd name="connsiteY0" fmla="*/ 0 h 895350"/>
                    <a:gd name="connsiteX1" fmla="*/ 9525 w 26236"/>
                    <a:gd name="connsiteY1" fmla="*/ 485775 h 895350"/>
                    <a:gd name="connsiteX2" fmla="*/ 19050 w 26236"/>
                    <a:gd name="connsiteY2" fmla="*/ 714375 h 895350"/>
                    <a:gd name="connsiteX3" fmla="*/ 23812 w 26236"/>
                    <a:gd name="connsiteY3" fmla="*/ 895350 h 8953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6236" h="895350">
                      <a:moveTo>
                        <a:pt x="0" y="0"/>
                      </a:moveTo>
                      <a:cubicBezTo>
                        <a:pt x="3175" y="161925"/>
                        <a:pt x="5208" y="323876"/>
                        <a:pt x="9525" y="485775"/>
                      </a:cubicBezTo>
                      <a:cubicBezTo>
                        <a:pt x="11558" y="562014"/>
                        <a:pt x="13803" y="638290"/>
                        <a:pt x="19050" y="714375"/>
                      </a:cubicBezTo>
                      <a:cubicBezTo>
                        <a:pt x="31688" y="897631"/>
                        <a:pt x="23812" y="713803"/>
                        <a:pt x="23812" y="895350"/>
                      </a:cubicBezTo>
                    </a:path>
                  </a:pathLst>
                </a:custGeom>
                <a:noFill/>
                <a:ln w="22225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3" name="자유형: 도형 32">
                  <a:extLst>
                    <a:ext uri="{FF2B5EF4-FFF2-40B4-BE49-F238E27FC236}">
                      <a16:creationId xmlns:a16="http://schemas.microsoft.com/office/drawing/2014/main" id="{AA65A7FD-618B-4D82-9D9B-1280A8472C95}"/>
                    </a:ext>
                  </a:extLst>
                </p:cNvPr>
                <p:cNvSpPr/>
                <p:nvPr/>
              </p:nvSpPr>
              <p:spPr>
                <a:xfrm>
                  <a:off x="1112835" y="1271035"/>
                  <a:ext cx="6420" cy="378619"/>
                </a:xfrm>
                <a:custGeom>
                  <a:avLst/>
                  <a:gdLst>
                    <a:gd name="connsiteX0" fmla="*/ 32827 w 32827"/>
                    <a:gd name="connsiteY0" fmla="*/ 0 h 381000"/>
                    <a:gd name="connsiteX1" fmla="*/ 13777 w 32827"/>
                    <a:gd name="connsiteY1" fmla="*/ 381000 h 381000"/>
                    <a:gd name="connsiteX0" fmla="*/ 31090 w 31090"/>
                    <a:gd name="connsiteY0" fmla="*/ 0 h 383381"/>
                    <a:gd name="connsiteX1" fmla="*/ 16803 w 31090"/>
                    <a:gd name="connsiteY1" fmla="*/ 383381 h 383381"/>
                    <a:gd name="connsiteX0" fmla="*/ 14287 w 14287"/>
                    <a:gd name="connsiteY0" fmla="*/ 0 h 383381"/>
                    <a:gd name="connsiteX1" fmla="*/ 0 w 14287"/>
                    <a:gd name="connsiteY1" fmla="*/ 383381 h 383381"/>
                    <a:gd name="connsiteX0" fmla="*/ 4038 w 6420"/>
                    <a:gd name="connsiteY0" fmla="*/ 0 h 378619"/>
                    <a:gd name="connsiteX1" fmla="*/ 6420 w 6420"/>
                    <a:gd name="connsiteY1" fmla="*/ 378619 h 378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420" h="378619">
                      <a:moveTo>
                        <a:pt x="4038" y="0"/>
                      </a:moveTo>
                      <a:cubicBezTo>
                        <a:pt x="-6276" y="160327"/>
                        <a:pt x="6420" y="28146"/>
                        <a:pt x="6420" y="378619"/>
                      </a:cubicBezTo>
                    </a:path>
                  </a:pathLst>
                </a:custGeom>
                <a:noFill/>
                <a:ln w="22225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5A63A572-1A8C-4C7D-B7E6-2580A63AC24E}"/>
                  </a:ext>
                </a:extLst>
              </p:cNvPr>
              <p:cNvGrpSpPr/>
              <p:nvPr/>
            </p:nvGrpSpPr>
            <p:grpSpPr>
              <a:xfrm>
                <a:off x="11034561" y="5764983"/>
                <a:ext cx="175911" cy="505119"/>
                <a:chOff x="434596" y="6400233"/>
                <a:chExt cx="71115" cy="247061"/>
              </a:xfrm>
            </p:grpSpPr>
            <p:sp>
              <p:nvSpPr>
                <p:cNvPr id="34" name="자유형: 도형 33">
                  <a:extLst>
                    <a:ext uri="{FF2B5EF4-FFF2-40B4-BE49-F238E27FC236}">
                      <a16:creationId xmlns:a16="http://schemas.microsoft.com/office/drawing/2014/main" id="{FE6D3D0A-253E-4970-B5D6-A7E431629831}"/>
                    </a:ext>
                  </a:extLst>
                </p:cNvPr>
                <p:cNvSpPr/>
                <p:nvPr/>
              </p:nvSpPr>
              <p:spPr>
                <a:xfrm>
                  <a:off x="466464" y="6400233"/>
                  <a:ext cx="8677" cy="211061"/>
                </a:xfrm>
                <a:custGeom>
                  <a:avLst/>
                  <a:gdLst>
                    <a:gd name="connsiteX0" fmla="*/ 0 w 28914"/>
                    <a:gd name="connsiteY0" fmla="*/ 0 h 809625"/>
                    <a:gd name="connsiteX1" fmla="*/ 9525 w 28914"/>
                    <a:gd name="connsiteY1" fmla="*/ 485775 h 809625"/>
                    <a:gd name="connsiteX2" fmla="*/ 19050 w 28914"/>
                    <a:gd name="connsiteY2" fmla="*/ 714375 h 809625"/>
                    <a:gd name="connsiteX3" fmla="*/ 28575 w 28914"/>
                    <a:gd name="connsiteY3" fmla="*/ 809625 h 809625"/>
                    <a:gd name="connsiteX0" fmla="*/ 0 w 27381"/>
                    <a:gd name="connsiteY0" fmla="*/ 0 h 866775"/>
                    <a:gd name="connsiteX1" fmla="*/ 9525 w 27381"/>
                    <a:gd name="connsiteY1" fmla="*/ 485775 h 866775"/>
                    <a:gd name="connsiteX2" fmla="*/ 19050 w 27381"/>
                    <a:gd name="connsiteY2" fmla="*/ 714375 h 866775"/>
                    <a:gd name="connsiteX3" fmla="*/ 26193 w 27381"/>
                    <a:gd name="connsiteY3" fmla="*/ 866775 h 866775"/>
                    <a:gd name="connsiteX0" fmla="*/ 0 w 26236"/>
                    <a:gd name="connsiteY0" fmla="*/ 0 h 895350"/>
                    <a:gd name="connsiteX1" fmla="*/ 9525 w 26236"/>
                    <a:gd name="connsiteY1" fmla="*/ 485775 h 895350"/>
                    <a:gd name="connsiteX2" fmla="*/ 19050 w 26236"/>
                    <a:gd name="connsiteY2" fmla="*/ 714375 h 895350"/>
                    <a:gd name="connsiteX3" fmla="*/ 23812 w 26236"/>
                    <a:gd name="connsiteY3" fmla="*/ 895350 h 895350"/>
                    <a:gd name="connsiteX0" fmla="*/ 2151 w 24027"/>
                    <a:gd name="connsiteY0" fmla="*/ 0 h 996538"/>
                    <a:gd name="connsiteX1" fmla="*/ 11676 w 24027"/>
                    <a:gd name="connsiteY1" fmla="*/ 485775 h 996538"/>
                    <a:gd name="connsiteX2" fmla="*/ 21201 w 24027"/>
                    <a:gd name="connsiteY2" fmla="*/ 714375 h 996538"/>
                    <a:gd name="connsiteX3" fmla="*/ 0 w 24027"/>
                    <a:gd name="connsiteY3" fmla="*/ 996538 h 996538"/>
                    <a:gd name="connsiteX0" fmla="*/ 2504 w 12035"/>
                    <a:gd name="connsiteY0" fmla="*/ 0 h 996538"/>
                    <a:gd name="connsiteX1" fmla="*/ 12029 w 12035"/>
                    <a:gd name="connsiteY1" fmla="*/ 485775 h 996538"/>
                    <a:gd name="connsiteX2" fmla="*/ 1057 w 12035"/>
                    <a:gd name="connsiteY2" fmla="*/ 680646 h 996538"/>
                    <a:gd name="connsiteX3" fmla="*/ 353 w 12035"/>
                    <a:gd name="connsiteY3" fmla="*/ 996538 h 996538"/>
                    <a:gd name="connsiteX0" fmla="*/ 3822 w 7815"/>
                    <a:gd name="connsiteY0" fmla="*/ 0 h 996538"/>
                    <a:gd name="connsiteX1" fmla="*/ 2415 w 7815"/>
                    <a:gd name="connsiteY1" fmla="*/ 350855 h 996538"/>
                    <a:gd name="connsiteX2" fmla="*/ 2375 w 7815"/>
                    <a:gd name="connsiteY2" fmla="*/ 680646 h 996538"/>
                    <a:gd name="connsiteX3" fmla="*/ 1671 w 7815"/>
                    <a:gd name="connsiteY3" fmla="*/ 996538 h 996538"/>
                    <a:gd name="connsiteX0" fmla="*/ 4891 w 6371"/>
                    <a:gd name="connsiteY0" fmla="*/ 0 h 10000"/>
                    <a:gd name="connsiteX1" fmla="*/ 3090 w 6371"/>
                    <a:gd name="connsiteY1" fmla="*/ 3521 h 10000"/>
                    <a:gd name="connsiteX2" fmla="*/ 3039 w 6371"/>
                    <a:gd name="connsiteY2" fmla="*/ 6830 h 10000"/>
                    <a:gd name="connsiteX3" fmla="*/ 2138 w 6371"/>
                    <a:gd name="connsiteY3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71" h="10000">
                      <a:moveTo>
                        <a:pt x="4891" y="0"/>
                      </a:moveTo>
                      <a:cubicBezTo>
                        <a:pt x="8953" y="1625"/>
                        <a:pt x="3399" y="2382"/>
                        <a:pt x="3090" y="3521"/>
                      </a:cubicBezTo>
                      <a:cubicBezTo>
                        <a:pt x="2782" y="4659"/>
                        <a:pt x="-3675" y="6067"/>
                        <a:pt x="3039" y="6830"/>
                      </a:cubicBezTo>
                      <a:cubicBezTo>
                        <a:pt x="-23" y="8556"/>
                        <a:pt x="2138" y="8178"/>
                        <a:pt x="2138" y="10000"/>
                      </a:cubicBezTo>
                    </a:path>
                  </a:pathLst>
                </a:custGeom>
                <a:noFill/>
                <a:ln w="2540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5" name="자유형: 도형 34">
                  <a:extLst>
                    <a:ext uri="{FF2B5EF4-FFF2-40B4-BE49-F238E27FC236}">
                      <a16:creationId xmlns:a16="http://schemas.microsoft.com/office/drawing/2014/main" id="{4649F4E3-B00B-4AD7-8514-7E87664056F7}"/>
                    </a:ext>
                  </a:extLst>
                </p:cNvPr>
                <p:cNvSpPr/>
                <p:nvPr/>
              </p:nvSpPr>
              <p:spPr>
                <a:xfrm>
                  <a:off x="497034" y="6575294"/>
                  <a:ext cx="8677" cy="72000"/>
                </a:xfrm>
                <a:custGeom>
                  <a:avLst/>
                  <a:gdLst>
                    <a:gd name="connsiteX0" fmla="*/ 0 w 28914"/>
                    <a:gd name="connsiteY0" fmla="*/ 0 h 809625"/>
                    <a:gd name="connsiteX1" fmla="*/ 9525 w 28914"/>
                    <a:gd name="connsiteY1" fmla="*/ 485775 h 809625"/>
                    <a:gd name="connsiteX2" fmla="*/ 19050 w 28914"/>
                    <a:gd name="connsiteY2" fmla="*/ 714375 h 809625"/>
                    <a:gd name="connsiteX3" fmla="*/ 28575 w 28914"/>
                    <a:gd name="connsiteY3" fmla="*/ 809625 h 809625"/>
                    <a:gd name="connsiteX0" fmla="*/ 0 w 27381"/>
                    <a:gd name="connsiteY0" fmla="*/ 0 h 866775"/>
                    <a:gd name="connsiteX1" fmla="*/ 9525 w 27381"/>
                    <a:gd name="connsiteY1" fmla="*/ 485775 h 866775"/>
                    <a:gd name="connsiteX2" fmla="*/ 19050 w 27381"/>
                    <a:gd name="connsiteY2" fmla="*/ 714375 h 866775"/>
                    <a:gd name="connsiteX3" fmla="*/ 26193 w 27381"/>
                    <a:gd name="connsiteY3" fmla="*/ 866775 h 866775"/>
                    <a:gd name="connsiteX0" fmla="*/ 0 w 26236"/>
                    <a:gd name="connsiteY0" fmla="*/ 0 h 895350"/>
                    <a:gd name="connsiteX1" fmla="*/ 9525 w 26236"/>
                    <a:gd name="connsiteY1" fmla="*/ 485775 h 895350"/>
                    <a:gd name="connsiteX2" fmla="*/ 19050 w 26236"/>
                    <a:gd name="connsiteY2" fmla="*/ 714375 h 895350"/>
                    <a:gd name="connsiteX3" fmla="*/ 23812 w 26236"/>
                    <a:gd name="connsiteY3" fmla="*/ 895350 h 895350"/>
                    <a:gd name="connsiteX0" fmla="*/ 2151 w 24027"/>
                    <a:gd name="connsiteY0" fmla="*/ 0 h 996538"/>
                    <a:gd name="connsiteX1" fmla="*/ 11676 w 24027"/>
                    <a:gd name="connsiteY1" fmla="*/ 485775 h 996538"/>
                    <a:gd name="connsiteX2" fmla="*/ 21201 w 24027"/>
                    <a:gd name="connsiteY2" fmla="*/ 714375 h 996538"/>
                    <a:gd name="connsiteX3" fmla="*/ 0 w 24027"/>
                    <a:gd name="connsiteY3" fmla="*/ 996538 h 996538"/>
                    <a:gd name="connsiteX0" fmla="*/ 2504 w 12035"/>
                    <a:gd name="connsiteY0" fmla="*/ 0 h 996538"/>
                    <a:gd name="connsiteX1" fmla="*/ 12029 w 12035"/>
                    <a:gd name="connsiteY1" fmla="*/ 485775 h 996538"/>
                    <a:gd name="connsiteX2" fmla="*/ 1057 w 12035"/>
                    <a:gd name="connsiteY2" fmla="*/ 680646 h 996538"/>
                    <a:gd name="connsiteX3" fmla="*/ 353 w 12035"/>
                    <a:gd name="connsiteY3" fmla="*/ 996538 h 996538"/>
                    <a:gd name="connsiteX0" fmla="*/ 3822 w 7815"/>
                    <a:gd name="connsiteY0" fmla="*/ 0 h 996538"/>
                    <a:gd name="connsiteX1" fmla="*/ 2415 w 7815"/>
                    <a:gd name="connsiteY1" fmla="*/ 350855 h 996538"/>
                    <a:gd name="connsiteX2" fmla="*/ 2375 w 7815"/>
                    <a:gd name="connsiteY2" fmla="*/ 680646 h 996538"/>
                    <a:gd name="connsiteX3" fmla="*/ 1671 w 7815"/>
                    <a:gd name="connsiteY3" fmla="*/ 996538 h 996538"/>
                    <a:gd name="connsiteX0" fmla="*/ 4891 w 6371"/>
                    <a:gd name="connsiteY0" fmla="*/ 0 h 10000"/>
                    <a:gd name="connsiteX1" fmla="*/ 3090 w 6371"/>
                    <a:gd name="connsiteY1" fmla="*/ 3521 h 10000"/>
                    <a:gd name="connsiteX2" fmla="*/ 3039 w 6371"/>
                    <a:gd name="connsiteY2" fmla="*/ 6830 h 10000"/>
                    <a:gd name="connsiteX3" fmla="*/ 2138 w 6371"/>
                    <a:gd name="connsiteY3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71" h="10000">
                      <a:moveTo>
                        <a:pt x="4891" y="0"/>
                      </a:moveTo>
                      <a:cubicBezTo>
                        <a:pt x="8953" y="1625"/>
                        <a:pt x="3399" y="2382"/>
                        <a:pt x="3090" y="3521"/>
                      </a:cubicBezTo>
                      <a:cubicBezTo>
                        <a:pt x="2782" y="4659"/>
                        <a:pt x="-3675" y="6067"/>
                        <a:pt x="3039" y="6830"/>
                      </a:cubicBezTo>
                      <a:cubicBezTo>
                        <a:pt x="-23" y="8556"/>
                        <a:pt x="2138" y="8178"/>
                        <a:pt x="2138" y="10000"/>
                      </a:cubicBezTo>
                    </a:path>
                  </a:pathLst>
                </a:custGeom>
                <a:noFill/>
                <a:ln w="2540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6" name="자유형: 도형 35">
                  <a:extLst>
                    <a:ext uri="{FF2B5EF4-FFF2-40B4-BE49-F238E27FC236}">
                      <a16:creationId xmlns:a16="http://schemas.microsoft.com/office/drawing/2014/main" id="{1A8E493D-62EB-4332-8EDE-C7CB259CFF52}"/>
                    </a:ext>
                  </a:extLst>
                </p:cNvPr>
                <p:cNvSpPr/>
                <p:nvPr/>
              </p:nvSpPr>
              <p:spPr>
                <a:xfrm>
                  <a:off x="434596" y="6509487"/>
                  <a:ext cx="8677" cy="72000"/>
                </a:xfrm>
                <a:custGeom>
                  <a:avLst/>
                  <a:gdLst>
                    <a:gd name="connsiteX0" fmla="*/ 0 w 28914"/>
                    <a:gd name="connsiteY0" fmla="*/ 0 h 809625"/>
                    <a:gd name="connsiteX1" fmla="*/ 9525 w 28914"/>
                    <a:gd name="connsiteY1" fmla="*/ 485775 h 809625"/>
                    <a:gd name="connsiteX2" fmla="*/ 19050 w 28914"/>
                    <a:gd name="connsiteY2" fmla="*/ 714375 h 809625"/>
                    <a:gd name="connsiteX3" fmla="*/ 28575 w 28914"/>
                    <a:gd name="connsiteY3" fmla="*/ 809625 h 809625"/>
                    <a:gd name="connsiteX0" fmla="*/ 0 w 27381"/>
                    <a:gd name="connsiteY0" fmla="*/ 0 h 866775"/>
                    <a:gd name="connsiteX1" fmla="*/ 9525 w 27381"/>
                    <a:gd name="connsiteY1" fmla="*/ 485775 h 866775"/>
                    <a:gd name="connsiteX2" fmla="*/ 19050 w 27381"/>
                    <a:gd name="connsiteY2" fmla="*/ 714375 h 866775"/>
                    <a:gd name="connsiteX3" fmla="*/ 26193 w 27381"/>
                    <a:gd name="connsiteY3" fmla="*/ 866775 h 866775"/>
                    <a:gd name="connsiteX0" fmla="*/ 0 w 26236"/>
                    <a:gd name="connsiteY0" fmla="*/ 0 h 895350"/>
                    <a:gd name="connsiteX1" fmla="*/ 9525 w 26236"/>
                    <a:gd name="connsiteY1" fmla="*/ 485775 h 895350"/>
                    <a:gd name="connsiteX2" fmla="*/ 19050 w 26236"/>
                    <a:gd name="connsiteY2" fmla="*/ 714375 h 895350"/>
                    <a:gd name="connsiteX3" fmla="*/ 23812 w 26236"/>
                    <a:gd name="connsiteY3" fmla="*/ 895350 h 895350"/>
                    <a:gd name="connsiteX0" fmla="*/ 2151 w 24027"/>
                    <a:gd name="connsiteY0" fmla="*/ 0 h 996538"/>
                    <a:gd name="connsiteX1" fmla="*/ 11676 w 24027"/>
                    <a:gd name="connsiteY1" fmla="*/ 485775 h 996538"/>
                    <a:gd name="connsiteX2" fmla="*/ 21201 w 24027"/>
                    <a:gd name="connsiteY2" fmla="*/ 714375 h 996538"/>
                    <a:gd name="connsiteX3" fmla="*/ 0 w 24027"/>
                    <a:gd name="connsiteY3" fmla="*/ 996538 h 996538"/>
                    <a:gd name="connsiteX0" fmla="*/ 2504 w 12035"/>
                    <a:gd name="connsiteY0" fmla="*/ 0 h 996538"/>
                    <a:gd name="connsiteX1" fmla="*/ 12029 w 12035"/>
                    <a:gd name="connsiteY1" fmla="*/ 485775 h 996538"/>
                    <a:gd name="connsiteX2" fmla="*/ 1057 w 12035"/>
                    <a:gd name="connsiteY2" fmla="*/ 680646 h 996538"/>
                    <a:gd name="connsiteX3" fmla="*/ 353 w 12035"/>
                    <a:gd name="connsiteY3" fmla="*/ 996538 h 996538"/>
                    <a:gd name="connsiteX0" fmla="*/ 3822 w 7815"/>
                    <a:gd name="connsiteY0" fmla="*/ 0 h 996538"/>
                    <a:gd name="connsiteX1" fmla="*/ 2415 w 7815"/>
                    <a:gd name="connsiteY1" fmla="*/ 350855 h 996538"/>
                    <a:gd name="connsiteX2" fmla="*/ 2375 w 7815"/>
                    <a:gd name="connsiteY2" fmla="*/ 680646 h 996538"/>
                    <a:gd name="connsiteX3" fmla="*/ 1671 w 7815"/>
                    <a:gd name="connsiteY3" fmla="*/ 996538 h 996538"/>
                    <a:gd name="connsiteX0" fmla="*/ 4891 w 6371"/>
                    <a:gd name="connsiteY0" fmla="*/ 0 h 10000"/>
                    <a:gd name="connsiteX1" fmla="*/ 3090 w 6371"/>
                    <a:gd name="connsiteY1" fmla="*/ 3521 h 10000"/>
                    <a:gd name="connsiteX2" fmla="*/ 3039 w 6371"/>
                    <a:gd name="connsiteY2" fmla="*/ 6830 h 10000"/>
                    <a:gd name="connsiteX3" fmla="*/ 2138 w 6371"/>
                    <a:gd name="connsiteY3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71" h="10000">
                      <a:moveTo>
                        <a:pt x="4891" y="0"/>
                      </a:moveTo>
                      <a:cubicBezTo>
                        <a:pt x="8953" y="1625"/>
                        <a:pt x="3399" y="2382"/>
                        <a:pt x="3090" y="3521"/>
                      </a:cubicBezTo>
                      <a:cubicBezTo>
                        <a:pt x="2782" y="4659"/>
                        <a:pt x="-3675" y="6067"/>
                        <a:pt x="3039" y="6830"/>
                      </a:cubicBezTo>
                      <a:cubicBezTo>
                        <a:pt x="-23" y="8556"/>
                        <a:pt x="2138" y="8178"/>
                        <a:pt x="2138" y="10000"/>
                      </a:cubicBezTo>
                    </a:path>
                  </a:pathLst>
                </a:custGeom>
                <a:noFill/>
                <a:ln w="25400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40" name="자유형: 도형 39">
                <a:extLst>
                  <a:ext uri="{FF2B5EF4-FFF2-40B4-BE49-F238E27FC236}">
                    <a16:creationId xmlns:a16="http://schemas.microsoft.com/office/drawing/2014/main" id="{0D9529E1-D42E-448B-8CCB-7A75456D4D59}"/>
                  </a:ext>
                </a:extLst>
              </p:cNvPr>
              <p:cNvSpPr/>
              <p:nvPr/>
            </p:nvSpPr>
            <p:spPr>
              <a:xfrm>
                <a:off x="10938058" y="2758009"/>
                <a:ext cx="461963" cy="133350"/>
              </a:xfrm>
              <a:custGeom>
                <a:avLst/>
                <a:gdLst>
                  <a:gd name="connsiteX0" fmla="*/ 0 w 461963"/>
                  <a:gd name="connsiteY0" fmla="*/ 0 h 133350"/>
                  <a:gd name="connsiteX1" fmla="*/ 161925 w 461963"/>
                  <a:gd name="connsiteY1" fmla="*/ 80963 h 133350"/>
                  <a:gd name="connsiteX2" fmla="*/ 271463 w 461963"/>
                  <a:gd name="connsiteY2" fmla="*/ 76200 h 133350"/>
                  <a:gd name="connsiteX3" fmla="*/ 400050 w 461963"/>
                  <a:gd name="connsiteY3" fmla="*/ 123825 h 133350"/>
                  <a:gd name="connsiteX4" fmla="*/ 461963 w 461963"/>
                  <a:gd name="connsiteY4" fmla="*/ 13335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1963" h="133350">
                    <a:moveTo>
                      <a:pt x="0" y="0"/>
                    </a:moveTo>
                    <a:lnTo>
                      <a:pt x="161925" y="80963"/>
                    </a:lnTo>
                    <a:lnTo>
                      <a:pt x="271463" y="76200"/>
                    </a:lnTo>
                    <a:lnTo>
                      <a:pt x="400050" y="123825"/>
                    </a:lnTo>
                    <a:lnTo>
                      <a:pt x="461963" y="133350"/>
                    </a:ln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  <p:sp>
            <p:nvSpPr>
              <p:cNvPr id="41" name="자유형: 도형 40">
                <a:extLst>
                  <a:ext uri="{FF2B5EF4-FFF2-40B4-BE49-F238E27FC236}">
                    <a16:creationId xmlns:a16="http://schemas.microsoft.com/office/drawing/2014/main" id="{2BC2D12F-ADCA-4B6A-BB59-CB94601BD574}"/>
                  </a:ext>
                </a:extLst>
              </p:cNvPr>
              <p:cNvSpPr/>
              <p:nvPr/>
            </p:nvSpPr>
            <p:spPr>
              <a:xfrm>
                <a:off x="10990446" y="2746102"/>
                <a:ext cx="371476" cy="107157"/>
              </a:xfrm>
              <a:custGeom>
                <a:avLst/>
                <a:gdLst>
                  <a:gd name="connsiteX0" fmla="*/ 0 w 461963"/>
                  <a:gd name="connsiteY0" fmla="*/ 0 h 133350"/>
                  <a:gd name="connsiteX1" fmla="*/ 161925 w 461963"/>
                  <a:gd name="connsiteY1" fmla="*/ 80963 h 133350"/>
                  <a:gd name="connsiteX2" fmla="*/ 271463 w 461963"/>
                  <a:gd name="connsiteY2" fmla="*/ 76200 h 133350"/>
                  <a:gd name="connsiteX3" fmla="*/ 400050 w 461963"/>
                  <a:gd name="connsiteY3" fmla="*/ 123825 h 133350"/>
                  <a:gd name="connsiteX4" fmla="*/ 461963 w 461963"/>
                  <a:gd name="connsiteY4" fmla="*/ 133350 h 133350"/>
                  <a:gd name="connsiteX0" fmla="*/ 0 w 409576"/>
                  <a:gd name="connsiteY0" fmla="*/ 0 h 78582"/>
                  <a:gd name="connsiteX1" fmla="*/ 109538 w 409576"/>
                  <a:gd name="connsiteY1" fmla="*/ 26195 h 78582"/>
                  <a:gd name="connsiteX2" fmla="*/ 219076 w 409576"/>
                  <a:gd name="connsiteY2" fmla="*/ 21432 h 78582"/>
                  <a:gd name="connsiteX3" fmla="*/ 347663 w 409576"/>
                  <a:gd name="connsiteY3" fmla="*/ 69057 h 78582"/>
                  <a:gd name="connsiteX4" fmla="*/ 409576 w 409576"/>
                  <a:gd name="connsiteY4" fmla="*/ 78582 h 78582"/>
                  <a:gd name="connsiteX0" fmla="*/ 0 w 409576"/>
                  <a:gd name="connsiteY0" fmla="*/ 0 h 78582"/>
                  <a:gd name="connsiteX1" fmla="*/ 109538 w 409576"/>
                  <a:gd name="connsiteY1" fmla="*/ 26195 h 78582"/>
                  <a:gd name="connsiteX2" fmla="*/ 169070 w 409576"/>
                  <a:gd name="connsiteY2" fmla="*/ 52388 h 78582"/>
                  <a:gd name="connsiteX3" fmla="*/ 347663 w 409576"/>
                  <a:gd name="connsiteY3" fmla="*/ 69057 h 78582"/>
                  <a:gd name="connsiteX4" fmla="*/ 409576 w 409576"/>
                  <a:gd name="connsiteY4" fmla="*/ 78582 h 78582"/>
                  <a:gd name="connsiteX0" fmla="*/ 0 w 409576"/>
                  <a:gd name="connsiteY0" fmla="*/ 0 h 78582"/>
                  <a:gd name="connsiteX1" fmla="*/ 109538 w 409576"/>
                  <a:gd name="connsiteY1" fmla="*/ 26195 h 78582"/>
                  <a:gd name="connsiteX2" fmla="*/ 169070 w 409576"/>
                  <a:gd name="connsiteY2" fmla="*/ 52388 h 78582"/>
                  <a:gd name="connsiteX3" fmla="*/ 321469 w 409576"/>
                  <a:gd name="connsiteY3" fmla="*/ 73820 h 78582"/>
                  <a:gd name="connsiteX4" fmla="*/ 409576 w 409576"/>
                  <a:gd name="connsiteY4" fmla="*/ 78582 h 78582"/>
                  <a:gd name="connsiteX0" fmla="*/ 0 w 371476"/>
                  <a:gd name="connsiteY0" fmla="*/ 0 h 107157"/>
                  <a:gd name="connsiteX1" fmla="*/ 109538 w 371476"/>
                  <a:gd name="connsiteY1" fmla="*/ 26195 h 107157"/>
                  <a:gd name="connsiteX2" fmla="*/ 169070 w 371476"/>
                  <a:gd name="connsiteY2" fmla="*/ 52388 h 107157"/>
                  <a:gd name="connsiteX3" fmla="*/ 321469 w 371476"/>
                  <a:gd name="connsiteY3" fmla="*/ 73820 h 107157"/>
                  <a:gd name="connsiteX4" fmla="*/ 371476 w 371476"/>
                  <a:gd name="connsiteY4" fmla="*/ 107157 h 10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476" h="107157">
                    <a:moveTo>
                      <a:pt x="0" y="0"/>
                    </a:moveTo>
                    <a:lnTo>
                      <a:pt x="109538" y="26195"/>
                    </a:lnTo>
                    <a:lnTo>
                      <a:pt x="169070" y="52388"/>
                    </a:lnTo>
                    <a:lnTo>
                      <a:pt x="321469" y="73820"/>
                    </a:lnTo>
                    <a:lnTo>
                      <a:pt x="371476" y="107157"/>
                    </a:ln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43" name="그룹 42">
                <a:extLst>
                  <a:ext uri="{FF2B5EF4-FFF2-40B4-BE49-F238E27FC236}">
                    <a16:creationId xmlns:a16="http://schemas.microsoft.com/office/drawing/2014/main" id="{05C22A66-4BD6-4A61-8611-EC9AE73ED015}"/>
                  </a:ext>
                </a:extLst>
              </p:cNvPr>
              <p:cNvGrpSpPr/>
              <p:nvPr/>
            </p:nvGrpSpPr>
            <p:grpSpPr>
              <a:xfrm rot="14400000">
                <a:off x="11085972" y="1975063"/>
                <a:ext cx="184006" cy="505119"/>
                <a:chOff x="434596" y="6400233"/>
                <a:chExt cx="71115" cy="247061"/>
              </a:xfrm>
            </p:grpSpPr>
            <p:sp>
              <p:nvSpPr>
                <p:cNvPr id="44" name="자유형: 도형 43">
                  <a:extLst>
                    <a:ext uri="{FF2B5EF4-FFF2-40B4-BE49-F238E27FC236}">
                      <a16:creationId xmlns:a16="http://schemas.microsoft.com/office/drawing/2014/main" id="{52A17C83-1F4A-4C18-9E8F-080B62F82E38}"/>
                    </a:ext>
                  </a:extLst>
                </p:cNvPr>
                <p:cNvSpPr/>
                <p:nvPr/>
              </p:nvSpPr>
              <p:spPr>
                <a:xfrm>
                  <a:off x="466464" y="6400233"/>
                  <a:ext cx="8677" cy="211061"/>
                </a:xfrm>
                <a:custGeom>
                  <a:avLst/>
                  <a:gdLst>
                    <a:gd name="connsiteX0" fmla="*/ 0 w 28914"/>
                    <a:gd name="connsiteY0" fmla="*/ 0 h 809625"/>
                    <a:gd name="connsiteX1" fmla="*/ 9525 w 28914"/>
                    <a:gd name="connsiteY1" fmla="*/ 485775 h 809625"/>
                    <a:gd name="connsiteX2" fmla="*/ 19050 w 28914"/>
                    <a:gd name="connsiteY2" fmla="*/ 714375 h 809625"/>
                    <a:gd name="connsiteX3" fmla="*/ 28575 w 28914"/>
                    <a:gd name="connsiteY3" fmla="*/ 809625 h 809625"/>
                    <a:gd name="connsiteX0" fmla="*/ 0 w 27381"/>
                    <a:gd name="connsiteY0" fmla="*/ 0 h 866775"/>
                    <a:gd name="connsiteX1" fmla="*/ 9525 w 27381"/>
                    <a:gd name="connsiteY1" fmla="*/ 485775 h 866775"/>
                    <a:gd name="connsiteX2" fmla="*/ 19050 w 27381"/>
                    <a:gd name="connsiteY2" fmla="*/ 714375 h 866775"/>
                    <a:gd name="connsiteX3" fmla="*/ 26193 w 27381"/>
                    <a:gd name="connsiteY3" fmla="*/ 866775 h 866775"/>
                    <a:gd name="connsiteX0" fmla="*/ 0 w 26236"/>
                    <a:gd name="connsiteY0" fmla="*/ 0 h 895350"/>
                    <a:gd name="connsiteX1" fmla="*/ 9525 w 26236"/>
                    <a:gd name="connsiteY1" fmla="*/ 485775 h 895350"/>
                    <a:gd name="connsiteX2" fmla="*/ 19050 w 26236"/>
                    <a:gd name="connsiteY2" fmla="*/ 714375 h 895350"/>
                    <a:gd name="connsiteX3" fmla="*/ 23812 w 26236"/>
                    <a:gd name="connsiteY3" fmla="*/ 895350 h 895350"/>
                    <a:gd name="connsiteX0" fmla="*/ 2151 w 24027"/>
                    <a:gd name="connsiteY0" fmla="*/ 0 h 996538"/>
                    <a:gd name="connsiteX1" fmla="*/ 11676 w 24027"/>
                    <a:gd name="connsiteY1" fmla="*/ 485775 h 996538"/>
                    <a:gd name="connsiteX2" fmla="*/ 21201 w 24027"/>
                    <a:gd name="connsiteY2" fmla="*/ 714375 h 996538"/>
                    <a:gd name="connsiteX3" fmla="*/ 0 w 24027"/>
                    <a:gd name="connsiteY3" fmla="*/ 996538 h 996538"/>
                    <a:gd name="connsiteX0" fmla="*/ 2504 w 12035"/>
                    <a:gd name="connsiteY0" fmla="*/ 0 h 996538"/>
                    <a:gd name="connsiteX1" fmla="*/ 12029 w 12035"/>
                    <a:gd name="connsiteY1" fmla="*/ 485775 h 996538"/>
                    <a:gd name="connsiteX2" fmla="*/ 1057 w 12035"/>
                    <a:gd name="connsiteY2" fmla="*/ 680646 h 996538"/>
                    <a:gd name="connsiteX3" fmla="*/ 353 w 12035"/>
                    <a:gd name="connsiteY3" fmla="*/ 996538 h 996538"/>
                    <a:gd name="connsiteX0" fmla="*/ 3822 w 7815"/>
                    <a:gd name="connsiteY0" fmla="*/ 0 h 996538"/>
                    <a:gd name="connsiteX1" fmla="*/ 2415 w 7815"/>
                    <a:gd name="connsiteY1" fmla="*/ 350855 h 996538"/>
                    <a:gd name="connsiteX2" fmla="*/ 2375 w 7815"/>
                    <a:gd name="connsiteY2" fmla="*/ 680646 h 996538"/>
                    <a:gd name="connsiteX3" fmla="*/ 1671 w 7815"/>
                    <a:gd name="connsiteY3" fmla="*/ 996538 h 996538"/>
                    <a:gd name="connsiteX0" fmla="*/ 4891 w 6371"/>
                    <a:gd name="connsiteY0" fmla="*/ 0 h 10000"/>
                    <a:gd name="connsiteX1" fmla="*/ 3090 w 6371"/>
                    <a:gd name="connsiteY1" fmla="*/ 3521 h 10000"/>
                    <a:gd name="connsiteX2" fmla="*/ 3039 w 6371"/>
                    <a:gd name="connsiteY2" fmla="*/ 6830 h 10000"/>
                    <a:gd name="connsiteX3" fmla="*/ 2138 w 6371"/>
                    <a:gd name="connsiteY3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71" h="10000">
                      <a:moveTo>
                        <a:pt x="4891" y="0"/>
                      </a:moveTo>
                      <a:cubicBezTo>
                        <a:pt x="8953" y="1625"/>
                        <a:pt x="3399" y="2382"/>
                        <a:pt x="3090" y="3521"/>
                      </a:cubicBezTo>
                      <a:cubicBezTo>
                        <a:pt x="2782" y="4659"/>
                        <a:pt x="-3675" y="6067"/>
                        <a:pt x="3039" y="6830"/>
                      </a:cubicBezTo>
                      <a:cubicBezTo>
                        <a:pt x="-23" y="8556"/>
                        <a:pt x="2138" y="8178"/>
                        <a:pt x="2138" y="10000"/>
                      </a:cubicBezTo>
                    </a:path>
                  </a:pathLst>
                </a:custGeom>
                <a:noFill/>
                <a:ln w="222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5" name="자유형: 도형 44">
                  <a:extLst>
                    <a:ext uri="{FF2B5EF4-FFF2-40B4-BE49-F238E27FC236}">
                      <a16:creationId xmlns:a16="http://schemas.microsoft.com/office/drawing/2014/main" id="{9D77A2D2-61FC-450B-8D15-41C6A4C00A48}"/>
                    </a:ext>
                  </a:extLst>
                </p:cNvPr>
                <p:cNvSpPr/>
                <p:nvPr/>
              </p:nvSpPr>
              <p:spPr>
                <a:xfrm>
                  <a:off x="497034" y="6575294"/>
                  <a:ext cx="8677" cy="72000"/>
                </a:xfrm>
                <a:custGeom>
                  <a:avLst/>
                  <a:gdLst>
                    <a:gd name="connsiteX0" fmla="*/ 0 w 28914"/>
                    <a:gd name="connsiteY0" fmla="*/ 0 h 809625"/>
                    <a:gd name="connsiteX1" fmla="*/ 9525 w 28914"/>
                    <a:gd name="connsiteY1" fmla="*/ 485775 h 809625"/>
                    <a:gd name="connsiteX2" fmla="*/ 19050 w 28914"/>
                    <a:gd name="connsiteY2" fmla="*/ 714375 h 809625"/>
                    <a:gd name="connsiteX3" fmla="*/ 28575 w 28914"/>
                    <a:gd name="connsiteY3" fmla="*/ 809625 h 809625"/>
                    <a:gd name="connsiteX0" fmla="*/ 0 w 27381"/>
                    <a:gd name="connsiteY0" fmla="*/ 0 h 866775"/>
                    <a:gd name="connsiteX1" fmla="*/ 9525 w 27381"/>
                    <a:gd name="connsiteY1" fmla="*/ 485775 h 866775"/>
                    <a:gd name="connsiteX2" fmla="*/ 19050 w 27381"/>
                    <a:gd name="connsiteY2" fmla="*/ 714375 h 866775"/>
                    <a:gd name="connsiteX3" fmla="*/ 26193 w 27381"/>
                    <a:gd name="connsiteY3" fmla="*/ 866775 h 866775"/>
                    <a:gd name="connsiteX0" fmla="*/ 0 w 26236"/>
                    <a:gd name="connsiteY0" fmla="*/ 0 h 895350"/>
                    <a:gd name="connsiteX1" fmla="*/ 9525 w 26236"/>
                    <a:gd name="connsiteY1" fmla="*/ 485775 h 895350"/>
                    <a:gd name="connsiteX2" fmla="*/ 19050 w 26236"/>
                    <a:gd name="connsiteY2" fmla="*/ 714375 h 895350"/>
                    <a:gd name="connsiteX3" fmla="*/ 23812 w 26236"/>
                    <a:gd name="connsiteY3" fmla="*/ 895350 h 895350"/>
                    <a:gd name="connsiteX0" fmla="*/ 2151 w 24027"/>
                    <a:gd name="connsiteY0" fmla="*/ 0 h 996538"/>
                    <a:gd name="connsiteX1" fmla="*/ 11676 w 24027"/>
                    <a:gd name="connsiteY1" fmla="*/ 485775 h 996538"/>
                    <a:gd name="connsiteX2" fmla="*/ 21201 w 24027"/>
                    <a:gd name="connsiteY2" fmla="*/ 714375 h 996538"/>
                    <a:gd name="connsiteX3" fmla="*/ 0 w 24027"/>
                    <a:gd name="connsiteY3" fmla="*/ 996538 h 996538"/>
                    <a:gd name="connsiteX0" fmla="*/ 2504 w 12035"/>
                    <a:gd name="connsiteY0" fmla="*/ 0 h 996538"/>
                    <a:gd name="connsiteX1" fmla="*/ 12029 w 12035"/>
                    <a:gd name="connsiteY1" fmla="*/ 485775 h 996538"/>
                    <a:gd name="connsiteX2" fmla="*/ 1057 w 12035"/>
                    <a:gd name="connsiteY2" fmla="*/ 680646 h 996538"/>
                    <a:gd name="connsiteX3" fmla="*/ 353 w 12035"/>
                    <a:gd name="connsiteY3" fmla="*/ 996538 h 996538"/>
                    <a:gd name="connsiteX0" fmla="*/ 3822 w 7815"/>
                    <a:gd name="connsiteY0" fmla="*/ 0 h 996538"/>
                    <a:gd name="connsiteX1" fmla="*/ 2415 w 7815"/>
                    <a:gd name="connsiteY1" fmla="*/ 350855 h 996538"/>
                    <a:gd name="connsiteX2" fmla="*/ 2375 w 7815"/>
                    <a:gd name="connsiteY2" fmla="*/ 680646 h 996538"/>
                    <a:gd name="connsiteX3" fmla="*/ 1671 w 7815"/>
                    <a:gd name="connsiteY3" fmla="*/ 996538 h 996538"/>
                    <a:gd name="connsiteX0" fmla="*/ 4891 w 6371"/>
                    <a:gd name="connsiteY0" fmla="*/ 0 h 10000"/>
                    <a:gd name="connsiteX1" fmla="*/ 3090 w 6371"/>
                    <a:gd name="connsiteY1" fmla="*/ 3521 h 10000"/>
                    <a:gd name="connsiteX2" fmla="*/ 3039 w 6371"/>
                    <a:gd name="connsiteY2" fmla="*/ 6830 h 10000"/>
                    <a:gd name="connsiteX3" fmla="*/ 2138 w 6371"/>
                    <a:gd name="connsiteY3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71" h="10000">
                      <a:moveTo>
                        <a:pt x="4891" y="0"/>
                      </a:moveTo>
                      <a:cubicBezTo>
                        <a:pt x="8953" y="1625"/>
                        <a:pt x="3399" y="2382"/>
                        <a:pt x="3090" y="3521"/>
                      </a:cubicBezTo>
                      <a:cubicBezTo>
                        <a:pt x="2782" y="4659"/>
                        <a:pt x="-3675" y="6067"/>
                        <a:pt x="3039" y="6830"/>
                      </a:cubicBezTo>
                      <a:cubicBezTo>
                        <a:pt x="-23" y="8556"/>
                        <a:pt x="2138" y="8178"/>
                        <a:pt x="2138" y="10000"/>
                      </a:cubicBezTo>
                    </a:path>
                  </a:pathLst>
                </a:custGeom>
                <a:noFill/>
                <a:ln w="222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46" name="자유형: 도형 45">
                  <a:extLst>
                    <a:ext uri="{FF2B5EF4-FFF2-40B4-BE49-F238E27FC236}">
                      <a16:creationId xmlns:a16="http://schemas.microsoft.com/office/drawing/2014/main" id="{0B38EF07-DBBD-4BA6-BB52-33AF28E92BEE}"/>
                    </a:ext>
                  </a:extLst>
                </p:cNvPr>
                <p:cNvSpPr/>
                <p:nvPr/>
              </p:nvSpPr>
              <p:spPr>
                <a:xfrm>
                  <a:off x="434596" y="6509487"/>
                  <a:ext cx="8677" cy="72000"/>
                </a:xfrm>
                <a:custGeom>
                  <a:avLst/>
                  <a:gdLst>
                    <a:gd name="connsiteX0" fmla="*/ 0 w 28914"/>
                    <a:gd name="connsiteY0" fmla="*/ 0 h 809625"/>
                    <a:gd name="connsiteX1" fmla="*/ 9525 w 28914"/>
                    <a:gd name="connsiteY1" fmla="*/ 485775 h 809625"/>
                    <a:gd name="connsiteX2" fmla="*/ 19050 w 28914"/>
                    <a:gd name="connsiteY2" fmla="*/ 714375 h 809625"/>
                    <a:gd name="connsiteX3" fmla="*/ 28575 w 28914"/>
                    <a:gd name="connsiteY3" fmla="*/ 809625 h 809625"/>
                    <a:gd name="connsiteX0" fmla="*/ 0 w 27381"/>
                    <a:gd name="connsiteY0" fmla="*/ 0 h 866775"/>
                    <a:gd name="connsiteX1" fmla="*/ 9525 w 27381"/>
                    <a:gd name="connsiteY1" fmla="*/ 485775 h 866775"/>
                    <a:gd name="connsiteX2" fmla="*/ 19050 w 27381"/>
                    <a:gd name="connsiteY2" fmla="*/ 714375 h 866775"/>
                    <a:gd name="connsiteX3" fmla="*/ 26193 w 27381"/>
                    <a:gd name="connsiteY3" fmla="*/ 866775 h 866775"/>
                    <a:gd name="connsiteX0" fmla="*/ 0 w 26236"/>
                    <a:gd name="connsiteY0" fmla="*/ 0 h 895350"/>
                    <a:gd name="connsiteX1" fmla="*/ 9525 w 26236"/>
                    <a:gd name="connsiteY1" fmla="*/ 485775 h 895350"/>
                    <a:gd name="connsiteX2" fmla="*/ 19050 w 26236"/>
                    <a:gd name="connsiteY2" fmla="*/ 714375 h 895350"/>
                    <a:gd name="connsiteX3" fmla="*/ 23812 w 26236"/>
                    <a:gd name="connsiteY3" fmla="*/ 895350 h 895350"/>
                    <a:gd name="connsiteX0" fmla="*/ 2151 w 24027"/>
                    <a:gd name="connsiteY0" fmla="*/ 0 h 996538"/>
                    <a:gd name="connsiteX1" fmla="*/ 11676 w 24027"/>
                    <a:gd name="connsiteY1" fmla="*/ 485775 h 996538"/>
                    <a:gd name="connsiteX2" fmla="*/ 21201 w 24027"/>
                    <a:gd name="connsiteY2" fmla="*/ 714375 h 996538"/>
                    <a:gd name="connsiteX3" fmla="*/ 0 w 24027"/>
                    <a:gd name="connsiteY3" fmla="*/ 996538 h 996538"/>
                    <a:gd name="connsiteX0" fmla="*/ 2504 w 12035"/>
                    <a:gd name="connsiteY0" fmla="*/ 0 h 996538"/>
                    <a:gd name="connsiteX1" fmla="*/ 12029 w 12035"/>
                    <a:gd name="connsiteY1" fmla="*/ 485775 h 996538"/>
                    <a:gd name="connsiteX2" fmla="*/ 1057 w 12035"/>
                    <a:gd name="connsiteY2" fmla="*/ 680646 h 996538"/>
                    <a:gd name="connsiteX3" fmla="*/ 353 w 12035"/>
                    <a:gd name="connsiteY3" fmla="*/ 996538 h 996538"/>
                    <a:gd name="connsiteX0" fmla="*/ 3822 w 7815"/>
                    <a:gd name="connsiteY0" fmla="*/ 0 h 996538"/>
                    <a:gd name="connsiteX1" fmla="*/ 2415 w 7815"/>
                    <a:gd name="connsiteY1" fmla="*/ 350855 h 996538"/>
                    <a:gd name="connsiteX2" fmla="*/ 2375 w 7815"/>
                    <a:gd name="connsiteY2" fmla="*/ 680646 h 996538"/>
                    <a:gd name="connsiteX3" fmla="*/ 1671 w 7815"/>
                    <a:gd name="connsiteY3" fmla="*/ 996538 h 996538"/>
                    <a:gd name="connsiteX0" fmla="*/ 4891 w 6371"/>
                    <a:gd name="connsiteY0" fmla="*/ 0 h 10000"/>
                    <a:gd name="connsiteX1" fmla="*/ 3090 w 6371"/>
                    <a:gd name="connsiteY1" fmla="*/ 3521 h 10000"/>
                    <a:gd name="connsiteX2" fmla="*/ 3039 w 6371"/>
                    <a:gd name="connsiteY2" fmla="*/ 6830 h 10000"/>
                    <a:gd name="connsiteX3" fmla="*/ 2138 w 6371"/>
                    <a:gd name="connsiteY3" fmla="*/ 10000 h 1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71" h="10000">
                      <a:moveTo>
                        <a:pt x="4891" y="0"/>
                      </a:moveTo>
                      <a:cubicBezTo>
                        <a:pt x="8953" y="1625"/>
                        <a:pt x="3399" y="2382"/>
                        <a:pt x="3090" y="3521"/>
                      </a:cubicBezTo>
                      <a:cubicBezTo>
                        <a:pt x="2782" y="4659"/>
                        <a:pt x="-3675" y="6067"/>
                        <a:pt x="3039" y="6830"/>
                      </a:cubicBezTo>
                      <a:cubicBezTo>
                        <a:pt x="-23" y="8556"/>
                        <a:pt x="2138" y="8178"/>
                        <a:pt x="2138" y="10000"/>
                      </a:cubicBezTo>
                    </a:path>
                  </a:pathLst>
                </a:custGeom>
                <a:noFill/>
                <a:ln w="2222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</p:grp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F20B0F07-907D-4B57-AF89-636360A0814B}"/>
                  </a:ext>
                </a:extLst>
              </p:cNvPr>
              <p:cNvGrpSpPr/>
              <p:nvPr/>
            </p:nvGrpSpPr>
            <p:grpSpPr>
              <a:xfrm>
                <a:off x="1642189" y="715212"/>
                <a:ext cx="138113" cy="138113"/>
                <a:chOff x="1642189" y="715212"/>
                <a:chExt cx="138113" cy="138113"/>
              </a:xfrm>
            </p:grpSpPr>
            <p:sp>
              <p:nvSpPr>
                <p:cNvPr id="2" name="타원 1">
                  <a:extLst>
                    <a:ext uri="{FF2B5EF4-FFF2-40B4-BE49-F238E27FC236}">
                      <a16:creationId xmlns:a16="http://schemas.microsoft.com/office/drawing/2014/main" id="{148DE425-6692-429E-BEC3-B43568C559D8}"/>
                    </a:ext>
                  </a:extLst>
                </p:cNvPr>
                <p:cNvSpPr/>
                <p:nvPr/>
              </p:nvSpPr>
              <p:spPr>
                <a:xfrm>
                  <a:off x="1666293" y="745392"/>
                  <a:ext cx="54384" cy="5438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76200" cmpd="dbl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" name="원호 2">
                  <a:extLst>
                    <a:ext uri="{FF2B5EF4-FFF2-40B4-BE49-F238E27FC236}">
                      <a16:creationId xmlns:a16="http://schemas.microsoft.com/office/drawing/2014/main" id="{178977BF-A2FD-44C4-9503-C15A735FC3A1}"/>
                    </a:ext>
                  </a:extLst>
                </p:cNvPr>
                <p:cNvSpPr/>
                <p:nvPr/>
              </p:nvSpPr>
              <p:spPr>
                <a:xfrm>
                  <a:off x="1642189" y="715212"/>
                  <a:ext cx="138113" cy="138113"/>
                </a:xfrm>
                <a:prstGeom prst="arc">
                  <a:avLst>
                    <a:gd name="adj1" fmla="val 21013046"/>
                    <a:gd name="adj2" fmla="val 4636547"/>
                  </a:avLst>
                </a:prstGeom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37410E80-F496-45A9-82BE-B71F46A4F907}"/>
                  </a:ext>
                </a:extLst>
              </p:cNvPr>
              <p:cNvGrpSpPr/>
              <p:nvPr/>
            </p:nvGrpSpPr>
            <p:grpSpPr>
              <a:xfrm>
                <a:off x="10408748" y="936235"/>
                <a:ext cx="138113" cy="138113"/>
                <a:chOff x="1642189" y="715212"/>
                <a:chExt cx="138113" cy="138113"/>
              </a:xfrm>
            </p:grpSpPr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01EA608B-1DDA-4437-AFE1-F94F1A067D34}"/>
                    </a:ext>
                  </a:extLst>
                </p:cNvPr>
                <p:cNvSpPr/>
                <p:nvPr/>
              </p:nvSpPr>
              <p:spPr>
                <a:xfrm>
                  <a:off x="1666293" y="745392"/>
                  <a:ext cx="54384" cy="54384"/>
                </a:xfrm>
                <a:prstGeom prst="ellipse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76200" cmpd="dbl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60" name="원호 59">
                  <a:extLst>
                    <a:ext uri="{FF2B5EF4-FFF2-40B4-BE49-F238E27FC236}">
                      <a16:creationId xmlns:a16="http://schemas.microsoft.com/office/drawing/2014/main" id="{2AFA24A5-11CC-407A-B81F-67A8C2A75492}"/>
                    </a:ext>
                  </a:extLst>
                </p:cNvPr>
                <p:cNvSpPr/>
                <p:nvPr/>
              </p:nvSpPr>
              <p:spPr>
                <a:xfrm>
                  <a:off x="1642189" y="715212"/>
                  <a:ext cx="138113" cy="138113"/>
                </a:xfrm>
                <a:prstGeom prst="arc">
                  <a:avLst>
                    <a:gd name="adj1" fmla="val 21013046"/>
                    <a:gd name="adj2" fmla="val 4636547"/>
                  </a:avLst>
                </a:prstGeom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ko-KR" altLang="en-US" sz="200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A4F4CAD8-5A58-40E5-820C-07D20CD50B07}"/>
                  </a:ext>
                </a:extLst>
              </p:cNvPr>
              <p:cNvSpPr/>
              <p:nvPr/>
            </p:nvSpPr>
            <p:spPr>
              <a:xfrm>
                <a:off x="10392686" y="6211144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5715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7E9C9A4D-CA2B-4890-901E-ABC160CDDE5F}"/>
                  </a:ext>
                </a:extLst>
              </p:cNvPr>
              <p:cNvSpPr/>
              <p:nvPr/>
            </p:nvSpPr>
            <p:spPr>
              <a:xfrm>
                <a:off x="1703853" y="6212227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53975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sz="20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1" name="자유형 10"/>
            <p:cNvSpPr/>
            <p:nvPr/>
          </p:nvSpPr>
          <p:spPr>
            <a:xfrm>
              <a:off x="3478439" y="5397954"/>
              <a:ext cx="914400" cy="371475"/>
            </a:xfrm>
            <a:custGeom>
              <a:avLst/>
              <a:gdLst>
                <a:gd name="connsiteX0" fmla="*/ 0 w 914400"/>
                <a:gd name="connsiteY0" fmla="*/ 342900 h 371475"/>
                <a:gd name="connsiteX1" fmla="*/ 123825 w 914400"/>
                <a:gd name="connsiteY1" fmla="*/ 219075 h 371475"/>
                <a:gd name="connsiteX2" fmla="*/ 152400 w 914400"/>
                <a:gd name="connsiteY2" fmla="*/ 285750 h 371475"/>
                <a:gd name="connsiteX3" fmla="*/ 180975 w 914400"/>
                <a:gd name="connsiteY3" fmla="*/ 114300 h 371475"/>
                <a:gd name="connsiteX4" fmla="*/ 285750 w 914400"/>
                <a:gd name="connsiteY4" fmla="*/ 285750 h 371475"/>
                <a:gd name="connsiteX5" fmla="*/ 485775 w 914400"/>
                <a:gd name="connsiteY5" fmla="*/ 0 h 371475"/>
                <a:gd name="connsiteX6" fmla="*/ 533400 w 914400"/>
                <a:gd name="connsiteY6" fmla="*/ 190500 h 371475"/>
                <a:gd name="connsiteX7" fmla="*/ 647700 w 914400"/>
                <a:gd name="connsiteY7" fmla="*/ 76200 h 371475"/>
                <a:gd name="connsiteX8" fmla="*/ 695325 w 914400"/>
                <a:gd name="connsiteY8" fmla="*/ 228600 h 371475"/>
                <a:gd name="connsiteX9" fmla="*/ 790575 w 914400"/>
                <a:gd name="connsiteY9" fmla="*/ 114300 h 371475"/>
                <a:gd name="connsiteX10" fmla="*/ 914400 w 914400"/>
                <a:gd name="connsiteY10" fmla="*/ 371475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4400" h="371475">
                  <a:moveTo>
                    <a:pt x="0" y="342900"/>
                  </a:moveTo>
                  <a:lnTo>
                    <a:pt x="123825" y="219075"/>
                  </a:lnTo>
                  <a:lnTo>
                    <a:pt x="152400" y="285750"/>
                  </a:lnTo>
                  <a:lnTo>
                    <a:pt x="180975" y="114300"/>
                  </a:lnTo>
                  <a:lnTo>
                    <a:pt x="285750" y="285750"/>
                  </a:lnTo>
                  <a:lnTo>
                    <a:pt x="485775" y="0"/>
                  </a:lnTo>
                  <a:lnTo>
                    <a:pt x="533400" y="190500"/>
                  </a:lnTo>
                  <a:lnTo>
                    <a:pt x="647700" y="76200"/>
                  </a:lnTo>
                  <a:lnTo>
                    <a:pt x="695325" y="228600"/>
                  </a:lnTo>
                  <a:lnTo>
                    <a:pt x="790575" y="114300"/>
                  </a:lnTo>
                  <a:lnTo>
                    <a:pt x="914400" y="371475"/>
                  </a:lnTo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자유형 46"/>
            <p:cNvSpPr/>
            <p:nvPr/>
          </p:nvSpPr>
          <p:spPr>
            <a:xfrm>
              <a:off x="7594101" y="5464003"/>
              <a:ext cx="914400" cy="276225"/>
            </a:xfrm>
            <a:custGeom>
              <a:avLst/>
              <a:gdLst>
                <a:gd name="connsiteX0" fmla="*/ 0 w 914400"/>
                <a:gd name="connsiteY0" fmla="*/ 342900 h 371475"/>
                <a:gd name="connsiteX1" fmla="*/ 123825 w 914400"/>
                <a:gd name="connsiteY1" fmla="*/ 219075 h 371475"/>
                <a:gd name="connsiteX2" fmla="*/ 152400 w 914400"/>
                <a:gd name="connsiteY2" fmla="*/ 285750 h 371475"/>
                <a:gd name="connsiteX3" fmla="*/ 180975 w 914400"/>
                <a:gd name="connsiteY3" fmla="*/ 114300 h 371475"/>
                <a:gd name="connsiteX4" fmla="*/ 285750 w 914400"/>
                <a:gd name="connsiteY4" fmla="*/ 285750 h 371475"/>
                <a:gd name="connsiteX5" fmla="*/ 485775 w 914400"/>
                <a:gd name="connsiteY5" fmla="*/ 0 h 371475"/>
                <a:gd name="connsiteX6" fmla="*/ 533400 w 914400"/>
                <a:gd name="connsiteY6" fmla="*/ 190500 h 371475"/>
                <a:gd name="connsiteX7" fmla="*/ 647700 w 914400"/>
                <a:gd name="connsiteY7" fmla="*/ 76200 h 371475"/>
                <a:gd name="connsiteX8" fmla="*/ 695325 w 914400"/>
                <a:gd name="connsiteY8" fmla="*/ 228600 h 371475"/>
                <a:gd name="connsiteX9" fmla="*/ 790575 w 914400"/>
                <a:gd name="connsiteY9" fmla="*/ 114300 h 371475"/>
                <a:gd name="connsiteX10" fmla="*/ 914400 w 914400"/>
                <a:gd name="connsiteY10" fmla="*/ 371475 h 371475"/>
                <a:gd name="connsiteX0" fmla="*/ 0 w 914400"/>
                <a:gd name="connsiteY0" fmla="*/ 266700 h 295275"/>
                <a:gd name="connsiteX1" fmla="*/ 123825 w 914400"/>
                <a:gd name="connsiteY1" fmla="*/ 142875 h 295275"/>
                <a:gd name="connsiteX2" fmla="*/ 152400 w 914400"/>
                <a:gd name="connsiteY2" fmla="*/ 209550 h 295275"/>
                <a:gd name="connsiteX3" fmla="*/ 180975 w 914400"/>
                <a:gd name="connsiteY3" fmla="*/ 38100 h 295275"/>
                <a:gd name="connsiteX4" fmla="*/ 285750 w 914400"/>
                <a:gd name="connsiteY4" fmla="*/ 209550 h 295275"/>
                <a:gd name="connsiteX5" fmla="*/ 400050 w 914400"/>
                <a:gd name="connsiteY5" fmla="*/ 19050 h 295275"/>
                <a:gd name="connsiteX6" fmla="*/ 533400 w 914400"/>
                <a:gd name="connsiteY6" fmla="*/ 114300 h 295275"/>
                <a:gd name="connsiteX7" fmla="*/ 647700 w 914400"/>
                <a:gd name="connsiteY7" fmla="*/ 0 h 295275"/>
                <a:gd name="connsiteX8" fmla="*/ 695325 w 914400"/>
                <a:gd name="connsiteY8" fmla="*/ 152400 h 295275"/>
                <a:gd name="connsiteX9" fmla="*/ 790575 w 914400"/>
                <a:gd name="connsiteY9" fmla="*/ 38100 h 295275"/>
                <a:gd name="connsiteX10" fmla="*/ 914400 w 914400"/>
                <a:gd name="connsiteY10" fmla="*/ 295275 h 295275"/>
                <a:gd name="connsiteX0" fmla="*/ 0 w 914400"/>
                <a:gd name="connsiteY0" fmla="*/ 266700 h 295275"/>
                <a:gd name="connsiteX1" fmla="*/ 123825 w 914400"/>
                <a:gd name="connsiteY1" fmla="*/ 142875 h 295275"/>
                <a:gd name="connsiteX2" fmla="*/ 152400 w 914400"/>
                <a:gd name="connsiteY2" fmla="*/ 209550 h 295275"/>
                <a:gd name="connsiteX3" fmla="*/ 180975 w 914400"/>
                <a:gd name="connsiteY3" fmla="*/ 38100 h 295275"/>
                <a:gd name="connsiteX4" fmla="*/ 285750 w 914400"/>
                <a:gd name="connsiteY4" fmla="*/ 209550 h 295275"/>
                <a:gd name="connsiteX5" fmla="*/ 400050 w 914400"/>
                <a:gd name="connsiteY5" fmla="*/ 19050 h 295275"/>
                <a:gd name="connsiteX6" fmla="*/ 533400 w 914400"/>
                <a:gd name="connsiteY6" fmla="*/ 114300 h 295275"/>
                <a:gd name="connsiteX7" fmla="*/ 647700 w 914400"/>
                <a:gd name="connsiteY7" fmla="*/ 0 h 295275"/>
                <a:gd name="connsiteX8" fmla="*/ 592069 w 914400"/>
                <a:gd name="connsiteY8" fmla="*/ 43489 h 295275"/>
                <a:gd name="connsiteX9" fmla="*/ 695325 w 914400"/>
                <a:gd name="connsiteY9" fmla="*/ 152400 h 295275"/>
                <a:gd name="connsiteX10" fmla="*/ 790575 w 914400"/>
                <a:gd name="connsiteY10" fmla="*/ 38100 h 295275"/>
                <a:gd name="connsiteX11" fmla="*/ 914400 w 914400"/>
                <a:gd name="connsiteY11" fmla="*/ 295275 h 295275"/>
                <a:gd name="connsiteX0" fmla="*/ 0 w 914400"/>
                <a:gd name="connsiteY0" fmla="*/ 266700 h 295275"/>
                <a:gd name="connsiteX1" fmla="*/ 123825 w 914400"/>
                <a:gd name="connsiteY1" fmla="*/ 142875 h 295275"/>
                <a:gd name="connsiteX2" fmla="*/ 152400 w 914400"/>
                <a:gd name="connsiteY2" fmla="*/ 209550 h 295275"/>
                <a:gd name="connsiteX3" fmla="*/ 180975 w 914400"/>
                <a:gd name="connsiteY3" fmla="*/ 38100 h 295275"/>
                <a:gd name="connsiteX4" fmla="*/ 285750 w 914400"/>
                <a:gd name="connsiteY4" fmla="*/ 209550 h 295275"/>
                <a:gd name="connsiteX5" fmla="*/ 400050 w 914400"/>
                <a:gd name="connsiteY5" fmla="*/ 19050 h 295275"/>
                <a:gd name="connsiteX6" fmla="*/ 533400 w 914400"/>
                <a:gd name="connsiteY6" fmla="*/ 114300 h 295275"/>
                <a:gd name="connsiteX7" fmla="*/ 647700 w 914400"/>
                <a:gd name="connsiteY7" fmla="*/ 0 h 295275"/>
                <a:gd name="connsiteX8" fmla="*/ 592069 w 914400"/>
                <a:gd name="connsiteY8" fmla="*/ 43489 h 295275"/>
                <a:gd name="connsiteX9" fmla="*/ 695325 w 914400"/>
                <a:gd name="connsiteY9" fmla="*/ 152400 h 295275"/>
                <a:gd name="connsiteX10" fmla="*/ 840581 w 914400"/>
                <a:gd name="connsiteY10" fmla="*/ 71437 h 295275"/>
                <a:gd name="connsiteX11" fmla="*/ 914400 w 914400"/>
                <a:gd name="connsiteY11" fmla="*/ 295275 h 295275"/>
                <a:gd name="connsiteX0" fmla="*/ 0 w 914400"/>
                <a:gd name="connsiteY0" fmla="*/ 266700 h 295275"/>
                <a:gd name="connsiteX1" fmla="*/ 123825 w 914400"/>
                <a:gd name="connsiteY1" fmla="*/ 142875 h 295275"/>
                <a:gd name="connsiteX2" fmla="*/ 152400 w 914400"/>
                <a:gd name="connsiteY2" fmla="*/ 209550 h 295275"/>
                <a:gd name="connsiteX3" fmla="*/ 180975 w 914400"/>
                <a:gd name="connsiteY3" fmla="*/ 38100 h 295275"/>
                <a:gd name="connsiteX4" fmla="*/ 285750 w 914400"/>
                <a:gd name="connsiteY4" fmla="*/ 209550 h 295275"/>
                <a:gd name="connsiteX5" fmla="*/ 400050 w 914400"/>
                <a:gd name="connsiteY5" fmla="*/ 19050 h 295275"/>
                <a:gd name="connsiteX6" fmla="*/ 533400 w 914400"/>
                <a:gd name="connsiteY6" fmla="*/ 114300 h 295275"/>
                <a:gd name="connsiteX7" fmla="*/ 647700 w 914400"/>
                <a:gd name="connsiteY7" fmla="*/ 0 h 295275"/>
                <a:gd name="connsiteX8" fmla="*/ 656362 w 914400"/>
                <a:gd name="connsiteY8" fmla="*/ 36345 h 295275"/>
                <a:gd name="connsiteX9" fmla="*/ 695325 w 914400"/>
                <a:gd name="connsiteY9" fmla="*/ 152400 h 295275"/>
                <a:gd name="connsiteX10" fmla="*/ 840581 w 914400"/>
                <a:gd name="connsiteY10" fmla="*/ 71437 h 295275"/>
                <a:gd name="connsiteX11" fmla="*/ 914400 w 914400"/>
                <a:gd name="connsiteY11" fmla="*/ 295275 h 295275"/>
                <a:gd name="connsiteX0" fmla="*/ 0 w 914400"/>
                <a:gd name="connsiteY0" fmla="*/ 247650 h 276225"/>
                <a:gd name="connsiteX1" fmla="*/ 123825 w 914400"/>
                <a:gd name="connsiteY1" fmla="*/ 123825 h 276225"/>
                <a:gd name="connsiteX2" fmla="*/ 152400 w 914400"/>
                <a:gd name="connsiteY2" fmla="*/ 190500 h 276225"/>
                <a:gd name="connsiteX3" fmla="*/ 180975 w 914400"/>
                <a:gd name="connsiteY3" fmla="*/ 19050 h 276225"/>
                <a:gd name="connsiteX4" fmla="*/ 285750 w 914400"/>
                <a:gd name="connsiteY4" fmla="*/ 190500 h 276225"/>
                <a:gd name="connsiteX5" fmla="*/ 400050 w 914400"/>
                <a:gd name="connsiteY5" fmla="*/ 0 h 276225"/>
                <a:gd name="connsiteX6" fmla="*/ 533400 w 914400"/>
                <a:gd name="connsiteY6" fmla="*/ 95250 h 276225"/>
                <a:gd name="connsiteX7" fmla="*/ 614363 w 914400"/>
                <a:gd name="connsiteY7" fmla="*/ 19050 h 276225"/>
                <a:gd name="connsiteX8" fmla="*/ 656362 w 914400"/>
                <a:gd name="connsiteY8" fmla="*/ 17295 h 276225"/>
                <a:gd name="connsiteX9" fmla="*/ 695325 w 914400"/>
                <a:gd name="connsiteY9" fmla="*/ 133350 h 276225"/>
                <a:gd name="connsiteX10" fmla="*/ 840581 w 914400"/>
                <a:gd name="connsiteY10" fmla="*/ 52387 h 276225"/>
                <a:gd name="connsiteX11" fmla="*/ 914400 w 914400"/>
                <a:gd name="connsiteY11" fmla="*/ 276225 h 276225"/>
                <a:gd name="connsiteX0" fmla="*/ 0 w 914400"/>
                <a:gd name="connsiteY0" fmla="*/ 247650 h 276225"/>
                <a:gd name="connsiteX1" fmla="*/ 123825 w 914400"/>
                <a:gd name="connsiteY1" fmla="*/ 123825 h 276225"/>
                <a:gd name="connsiteX2" fmla="*/ 152400 w 914400"/>
                <a:gd name="connsiteY2" fmla="*/ 190500 h 276225"/>
                <a:gd name="connsiteX3" fmla="*/ 242887 w 914400"/>
                <a:gd name="connsiteY3" fmla="*/ 19050 h 276225"/>
                <a:gd name="connsiteX4" fmla="*/ 285750 w 914400"/>
                <a:gd name="connsiteY4" fmla="*/ 190500 h 276225"/>
                <a:gd name="connsiteX5" fmla="*/ 400050 w 914400"/>
                <a:gd name="connsiteY5" fmla="*/ 0 h 276225"/>
                <a:gd name="connsiteX6" fmla="*/ 533400 w 914400"/>
                <a:gd name="connsiteY6" fmla="*/ 95250 h 276225"/>
                <a:gd name="connsiteX7" fmla="*/ 614363 w 914400"/>
                <a:gd name="connsiteY7" fmla="*/ 19050 h 276225"/>
                <a:gd name="connsiteX8" fmla="*/ 656362 w 914400"/>
                <a:gd name="connsiteY8" fmla="*/ 17295 h 276225"/>
                <a:gd name="connsiteX9" fmla="*/ 695325 w 914400"/>
                <a:gd name="connsiteY9" fmla="*/ 133350 h 276225"/>
                <a:gd name="connsiteX10" fmla="*/ 840581 w 914400"/>
                <a:gd name="connsiteY10" fmla="*/ 52387 h 276225"/>
                <a:gd name="connsiteX11" fmla="*/ 914400 w 914400"/>
                <a:gd name="connsiteY11" fmla="*/ 276225 h 276225"/>
                <a:gd name="connsiteX0" fmla="*/ 0 w 914400"/>
                <a:gd name="connsiteY0" fmla="*/ 247650 h 276225"/>
                <a:gd name="connsiteX1" fmla="*/ 71437 w 914400"/>
                <a:gd name="connsiteY1" fmla="*/ 114300 h 276225"/>
                <a:gd name="connsiteX2" fmla="*/ 152400 w 914400"/>
                <a:gd name="connsiteY2" fmla="*/ 190500 h 276225"/>
                <a:gd name="connsiteX3" fmla="*/ 242887 w 914400"/>
                <a:gd name="connsiteY3" fmla="*/ 19050 h 276225"/>
                <a:gd name="connsiteX4" fmla="*/ 285750 w 914400"/>
                <a:gd name="connsiteY4" fmla="*/ 190500 h 276225"/>
                <a:gd name="connsiteX5" fmla="*/ 400050 w 914400"/>
                <a:gd name="connsiteY5" fmla="*/ 0 h 276225"/>
                <a:gd name="connsiteX6" fmla="*/ 533400 w 914400"/>
                <a:gd name="connsiteY6" fmla="*/ 95250 h 276225"/>
                <a:gd name="connsiteX7" fmla="*/ 614363 w 914400"/>
                <a:gd name="connsiteY7" fmla="*/ 19050 h 276225"/>
                <a:gd name="connsiteX8" fmla="*/ 656362 w 914400"/>
                <a:gd name="connsiteY8" fmla="*/ 17295 h 276225"/>
                <a:gd name="connsiteX9" fmla="*/ 695325 w 914400"/>
                <a:gd name="connsiteY9" fmla="*/ 133350 h 276225"/>
                <a:gd name="connsiteX10" fmla="*/ 840581 w 914400"/>
                <a:gd name="connsiteY10" fmla="*/ 52387 h 276225"/>
                <a:gd name="connsiteX11" fmla="*/ 914400 w 914400"/>
                <a:gd name="connsiteY11" fmla="*/ 27622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14400" h="276225">
                  <a:moveTo>
                    <a:pt x="0" y="247650"/>
                  </a:moveTo>
                  <a:lnTo>
                    <a:pt x="71437" y="114300"/>
                  </a:lnTo>
                  <a:lnTo>
                    <a:pt x="152400" y="190500"/>
                  </a:lnTo>
                  <a:lnTo>
                    <a:pt x="242887" y="19050"/>
                  </a:lnTo>
                  <a:lnTo>
                    <a:pt x="285750" y="190500"/>
                  </a:lnTo>
                  <a:lnTo>
                    <a:pt x="400050" y="0"/>
                  </a:lnTo>
                  <a:lnTo>
                    <a:pt x="533400" y="95250"/>
                  </a:lnTo>
                  <a:lnTo>
                    <a:pt x="614363" y="19050"/>
                  </a:lnTo>
                  <a:cubicBezTo>
                    <a:pt x="614869" y="24815"/>
                    <a:pt x="655856" y="11530"/>
                    <a:pt x="656362" y="17295"/>
                  </a:cubicBezTo>
                  <a:lnTo>
                    <a:pt x="695325" y="133350"/>
                  </a:lnTo>
                  <a:lnTo>
                    <a:pt x="840581" y="52387"/>
                  </a:lnTo>
                  <a:lnTo>
                    <a:pt x="914400" y="276225"/>
                  </a:lnTo>
                </a:path>
              </a:pathLst>
            </a:custGeom>
            <a:solidFill>
              <a:schemeClr val="bg1">
                <a:lumMod val="95000"/>
              </a:schemeClr>
            </a:solidFill>
            <a:ln w="254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7192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99646" y="292942"/>
            <a:ext cx="11596484" cy="6565061"/>
            <a:chOff x="299646" y="292942"/>
            <a:chExt cx="11596484" cy="656506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10134543" y="319656"/>
              <a:ext cx="723383" cy="6538347"/>
              <a:chOff x="1352940" y="111967"/>
              <a:chExt cx="723383" cy="6547377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79425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47375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1352940" y="292942"/>
              <a:ext cx="723383" cy="6565060"/>
              <a:chOff x="1352940" y="111967"/>
              <a:chExt cx="723383" cy="6565060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97108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65058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" name="자유형 47">
              <a:extLst>
                <a:ext uri="{FF2B5EF4-FFF2-40B4-BE49-F238E27FC236}">
                  <a16:creationId xmlns:a16="http://schemas.microsoft.com/office/drawing/2014/main" id="{C994FB7E-B653-4867-9E6B-9D580EE53B31}"/>
                </a:ext>
              </a:extLst>
            </p:cNvPr>
            <p:cNvSpPr/>
            <p:nvPr/>
          </p:nvSpPr>
          <p:spPr>
            <a:xfrm>
              <a:off x="402214" y="575646"/>
              <a:ext cx="11493916" cy="6282355"/>
            </a:xfrm>
            <a:custGeom>
              <a:avLst/>
              <a:gdLst>
                <a:gd name="connsiteX0" fmla="*/ 11448984 w 11493916"/>
                <a:gd name="connsiteY0" fmla="*/ 0 h 6282355"/>
                <a:gd name="connsiteX1" fmla="*/ 11340726 w 11493916"/>
                <a:gd name="connsiteY1" fmla="*/ 835793 h 6282355"/>
                <a:gd name="connsiteX2" fmla="*/ 11420871 w 11493916"/>
                <a:gd name="connsiteY2" fmla="*/ 1189789 h 6282355"/>
                <a:gd name="connsiteX3" fmla="*/ 11356754 w 11493916"/>
                <a:gd name="connsiteY3" fmla="*/ 1801236 h 6282355"/>
                <a:gd name="connsiteX4" fmla="*/ 11052201 w 11493916"/>
                <a:gd name="connsiteY4" fmla="*/ 1913870 h 6282355"/>
                <a:gd name="connsiteX5" fmla="*/ 10555298 w 11493916"/>
                <a:gd name="connsiteY5" fmla="*/ 2106958 h 6282355"/>
                <a:gd name="connsiteX6" fmla="*/ 11436901 w 11493916"/>
                <a:gd name="connsiteY6" fmla="*/ 2123050 h 6282355"/>
                <a:gd name="connsiteX7" fmla="*/ 11484987 w 11493916"/>
                <a:gd name="connsiteY7" fmla="*/ 2718406 h 6282355"/>
                <a:gd name="connsiteX8" fmla="*/ 11420871 w 11493916"/>
                <a:gd name="connsiteY8" fmla="*/ 3168945 h 6282355"/>
                <a:gd name="connsiteX9" fmla="*/ 11468958 w 11493916"/>
                <a:gd name="connsiteY9" fmla="*/ 3844755 h 6282355"/>
                <a:gd name="connsiteX10" fmla="*/ 10843823 w 11493916"/>
                <a:gd name="connsiteY10" fmla="*/ 4150479 h 6282355"/>
                <a:gd name="connsiteX11" fmla="*/ 11452930 w 11493916"/>
                <a:gd name="connsiteY11" fmla="*/ 4118297 h 6282355"/>
                <a:gd name="connsiteX12" fmla="*/ 11372783 w 11493916"/>
                <a:gd name="connsiteY12" fmla="*/ 4681471 h 6282355"/>
                <a:gd name="connsiteX13" fmla="*/ 11394977 w 11493916"/>
                <a:gd name="connsiteY13" fmla="*/ 5428741 h 6282355"/>
                <a:gd name="connsiteX14" fmla="*/ 11493916 w 11493916"/>
                <a:gd name="connsiteY14" fmla="*/ 6282355 h 6282355"/>
                <a:gd name="connsiteX15" fmla="*/ 10650589 w 11493916"/>
                <a:gd name="connsiteY15" fmla="*/ 6282355 h 6282355"/>
                <a:gd name="connsiteX16" fmla="*/ 1995744 w 11493916"/>
                <a:gd name="connsiteY16" fmla="*/ 2026506 h 6282355"/>
                <a:gd name="connsiteX17" fmla="*/ 0 w 11493916"/>
                <a:gd name="connsiteY17" fmla="*/ 198925 h 6282355"/>
                <a:gd name="connsiteX18" fmla="*/ 366274 w 11493916"/>
                <a:gd name="connsiteY18" fmla="*/ 46680 h 6282355"/>
                <a:gd name="connsiteX19" fmla="*/ 1514871 w 11493916"/>
                <a:gd name="connsiteY19" fmla="*/ 115234 h 6282355"/>
                <a:gd name="connsiteX20" fmla="*/ 2428531 w 11493916"/>
                <a:gd name="connsiteY20" fmla="*/ 95621 h 6282355"/>
                <a:gd name="connsiteX21" fmla="*/ 3454631 w 11493916"/>
                <a:gd name="connsiteY21" fmla="*/ 148367 h 6282355"/>
                <a:gd name="connsiteX22" fmla="*/ 4688638 w 11493916"/>
                <a:gd name="connsiteY22" fmla="*/ 143892 h 6282355"/>
                <a:gd name="connsiteX23" fmla="*/ 5650385 w 11493916"/>
                <a:gd name="connsiteY23" fmla="*/ 111712 h 6282355"/>
                <a:gd name="connsiteX24" fmla="*/ 5970968 w 11493916"/>
                <a:gd name="connsiteY24" fmla="*/ 159984 h 6282355"/>
                <a:gd name="connsiteX25" fmla="*/ 6271456 w 11493916"/>
                <a:gd name="connsiteY25" fmla="*/ 126182 h 6282355"/>
                <a:gd name="connsiteX26" fmla="*/ 6557081 w 11493916"/>
                <a:gd name="connsiteY26" fmla="*/ 115964 h 6282355"/>
                <a:gd name="connsiteX27" fmla="*/ 6901273 w 11493916"/>
                <a:gd name="connsiteY27" fmla="*/ 135578 h 6282355"/>
                <a:gd name="connsiteX28" fmla="*/ 7477706 w 11493916"/>
                <a:gd name="connsiteY28" fmla="*/ 101169 h 6282355"/>
                <a:gd name="connsiteX29" fmla="*/ 8641790 w 11493916"/>
                <a:gd name="connsiteY29" fmla="*/ 98210 h 6282355"/>
                <a:gd name="connsiteX30" fmla="*/ 9320130 w 11493916"/>
                <a:gd name="connsiteY30" fmla="*/ 110693 h 6282355"/>
                <a:gd name="connsiteX31" fmla="*/ 10103851 w 11493916"/>
                <a:gd name="connsiteY31" fmla="*/ 149747 h 6282355"/>
                <a:gd name="connsiteX32" fmla="*/ 10997537 w 11493916"/>
                <a:gd name="connsiteY32" fmla="*/ 28944 h 6282355"/>
                <a:gd name="connsiteX33" fmla="*/ 11448984 w 11493916"/>
                <a:gd name="connsiteY33" fmla="*/ 0 h 628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493916" h="6282355">
                  <a:moveTo>
                    <a:pt x="11448984" y="0"/>
                  </a:moveTo>
                  <a:lnTo>
                    <a:pt x="11340726" y="835793"/>
                  </a:lnTo>
                  <a:lnTo>
                    <a:pt x="11420871" y="1189789"/>
                  </a:lnTo>
                  <a:lnTo>
                    <a:pt x="11356754" y="1801236"/>
                  </a:lnTo>
                  <a:lnTo>
                    <a:pt x="11052201" y="1913870"/>
                  </a:lnTo>
                  <a:lnTo>
                    <a:pt x="10555298" y="2106958"/>
                  </a:lnTo>
                  <a:lnTo>
                    <a:pt x="11436901" y="2123050"/>
                  </a:lnTo>
                  <a:lnTo>
                    <a:pt x="11484987" y="2718406"/>
                  </a:lnTo>
                  <a:lnTo>
                    <a:pt x="11420871" y="3168945"/>
                  </a:lnTo>
                  <a:lnTo>
                    <a:pt x="11468958" y="3844755"/>
                  </a:lnTo>
                  <a:lnTo>
                    <a:pt x="10843823" y="4150479"/>
                  </a:lnTo>
                  <a:lnTo>
                    <a:pt x="11452930" y="4118297"/>
                  </a:lnTo>
                  <a:lnTo>
                    <a:pt x="11372783" y="4681471"/>
                  </a:lnTo>
                  <a:lnTo>
                    <a:pt x="11394977" y="5428741"/>
                  </a:lnTo>
                  <a:lnTo>
                    <a:pt x="11493916" y="6282355"/>
                  </a:lnTo>
                  <a:lnTo>
                    <a:pt x="10650589" y="6282355"/>
                  </a:lnTo>
                  <a:lnTo>
                    <a:pt x="1995744" y="2026506"/>
                  </a:lnTo>
                  <a:lnTo>
                    <a:pt x="0" y="198925"/>
                  </a:lnTo>
                  <a:lnTo>
                    <a:pt x="366274" y="46680"/>
                  </a:lnTo>
                  <a:lnTo>
                    <a:pt x="1514871" y="115234"/>
                  </a:lnTo>
                  <a:lnTo>
                    <a:pt x="2428531" y="95621"/>
                  </a:lnTo>
                  <a:lnTo>
                    <a:pt x="3454631" y="148367"/>
                  </a:lnTo>
                  <a:lnTo>
                    <a:pt x="4688638" y="143892"/>
                  </a:lnTo>
                  <a:lnTo>
                    <a:pt x="5650385" y="111712"/>
                  </a:lnTo>
                  <a:lnTo>
                    <a:pt x="5970968" y="159984"/>
                  </a:lnTo>
                  <a:lnTo>
                    <a:pt x="6271456" y="126182"/>
                  </a:lnTo>
                  <a:lnTo>
                    <a:pt x="6557081" y="115964"/>
                  </a:lnTo>
                  <a:lnTo>
                    <a:pt x="6901273" y="135578"/>
                  </a:lnTo>
                  <a:lnTo>
                    <a:pt x="7477706" y="101169"/>
                  </a:lnTo>
                  <a:lnTo>
                    <a:pt x="8641790" y="98210"/>
                  </a:lnTo>
                  <a:lnTo>
                    <a:pt x="9320130" y="110693"/>
                  </a:lnTo>
                  <a:lnTo>
                    <a:pt x="10103851" y="149747"/>
                  </a:lnTo>
                  <a:lnTo>
                    <a:pt x="10997537" y="28944"/>
                  </a:lnTo>
                  <a:cubicBezTo>
                    <a:pt x="11160719" y="6595"/>
                    <a:pt x="11276277" y="31874"/>
                    <a:pt x="11448984" y="0"/>
                  </a:cubicBez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자유형 36">
              <a:extLst>
                <a:ext uri="{FF2B5EF4-FFF2-40B4-BE49-F238E27FC236}">
                  <a16:creationId xmlns:a16="http://schemas.microsoft.com/office/drawing/2014/main" id="{57FA0CF9-A005-4242-8FA6-A1F348526E00}"/>
                </a:ext>
              </a:extLst>
            </p:cNvPr>
            <p:cNvSpPr/>
            <p:nvPr/>
          </p:nvSpPr>
          <p:spPr>
            <a:xfrm>
              <a:off x="299646" y="705666"/>
              <a:ext cx="11447336" cy="6152335"/>
            </a:xfrm>
            <a:custGeom>
              <a:avLst/>
              <a:gdLst>
                <a:gd name="connsiteX0" fmla="*/ 11393358 w 11447336"/>
                <a:gd name="connsiteY0" fmla="*/ 0 h 6152335"/>
                <a:gd name="connsiteX1" fmla="*/ 11307170 w 11447336"/>
                <a:gd name="connsiteY1" fmla="*/ 1704693 h 6152335"/>
                <a:gd name="connsiteX2" fmla="*/ 10683667 w 11447336"/>
                <a:gd name="connsiteY2" fmla="*/ 2012727 h 6152335"/>
                <a:gd name="connsiteX3" fmla="*/ 11283096 w 11447336"/>
                <a:gd name="connsiteY3" fmla="*/ 2105364 h 6152335"/>
                <a:gd name="connsiteX4" fmla="*/ 11358740 w 11447336"/>
                <a:gd name="connsiteY4" fmla="*/ 2658298 h 6152335"/>
                <a:gd name="connsiteX5" fmla="*/ 11333649 w 11447336"/>
                <a:gd name="connsiteY5" fmla="*/ 3476335 h 6152335"/>
                <a:gd name="connsiteX6" fmla="*/ 11389874 w 11447336"/>
                <a:gd name="connsiteY6" fmla="*/ 3634930 h 6152335"/>
                <a:gd name="connsiteX7" fmla="*/ 11336669 w 11447336"/>
                <a:gd name="connsiteY7" fmla="*/ 3847714 h 6152335"/>
                <a:gd name="connsiteX8" fmla="*/ 10593751 w 11447336"/>
                <a:gd name="connsiteY8" fmla="*/ 4084822 h 6152335"/>
                <a:gd name="connsiteX9" fmla="*/ 11093674 w 11447336"/>
                <a:gd name="connsiteY9" fmla="*/ 4168881 h 6152335"/>
                <a:gd name="connsiteX10" fmla="*/ 11389318 w 11447336"/>
                <a:gd name="connsiteY10" fmla="*/ 4170291 h 6152335"/>
                <a:gd name="connsiteX11" fmla="*/ 11331799 w 11447336"/>
                <a:gd name="connsiteY11" fmla="*/ 4919227 h 6152335"/>
                <a:gd name="connsiteX12" fmla="*/ 11347829 w 11447336"/>
                <a:gd name="connsiteY12" fmla="*/ 5494238 h 6152335"/>
                <a:gd name="connsiteX13" fmla="*/ 11447336 w 11447336"/>
                <a:gd name="connsiteY13" fmla="*/ 6152335 h 6152335"/>
                <a:gd name="connsiteX14" fmla="*/ 0 w 11447336"/>
                <a:gd name="connsiteY14" fmla="*/ 6152335 h 6152335"/>
                <a:gd name="connsiteX15" fmla="*/ 34965 w 11447336"/>
                <a:gd name="connsiteY15" fmla="*/ 5491279 h 6152335"/>
                <a:gd name="connsiteX16" fmla="*/ 18473 w 11447336"/>
                <a:gd name="connsiteY16" fmla="*/ 5063395 h 6152335"/>
                <a:gd name="connsiteX17" fmla="*/ 70044 w 11447336"/>
                <a:gd name="connsiteY17" fmla="*/ 4551453 h 6152335"/>
                <a:gd name="connsiteX18" fmla="*/ 158790 w 11447336"/>
                <a:gd name="connsiteY18" fmla="*/ 4149185 h 6152335"/>
                <a:gd name="connsiteX19" fmla="*/ 73064 w 11447336"/>
                <a:gd name="connsiteY19" fmla="*/ 3985965 h 6152335"/>
                <a:gd name="connsiteX20" fmla="*/ 361097 w 11447336"/>
                <a:gd name="connsiteY20" fmla="*/ 3872683 h 6152335"/>
                <a:gd name="connsiteX21" fmla="*/ 63539 w 11447336"/>
                <a:gd name="connsiteY21" fmla="*/ 3737393 h 6152335"/>
                <a:gd name="connsiteX22" fmla="*/ 147168 w 11447336"/>
                <a:gd name="connsiteY22" fmla="*/ 3190308 h 6152335"/>
                <a:gd name="connsiteX23" fmla="*/ 12431 w 11447336"/>
                <a:gd name="connsiteY23" fmla="*/ 2724972 h 6152335"/>
                <a:gd name="connsiteX24" fmla="*/ 142760 w 11447336"/>
                <a:gd name="connsiteY24" fmla="*/ 2266572 h 6152335"/>
                <a:gd name="connsiteX25" fmla="*/ 1980 w 11447336"/>
                <a:gd name="connsiteY25" fmla="*/ 1968709 h 6152335"/>
                <a:gd name="connsiteX26" fmla="*/ 291185 w 11447336"/>
                <a:gd name="connsiteY26" fmla="*/ 1908971 h 6152335"/>
                <a:gd name="connsiteX27" fmla="*/ 31481 w 11447336"/>
                <a:gd name="connsiteY27" fmla="*/ 1852838 h 6152335"/>
                <a:gd name="connsiteX28" fmla="*/ 130214 w 11447336"/>
                <a:gd name="connsiteY28" fmla="*/ 1323139 h 6152335"/>
                <a:gd name="connsiteX29" fmla="*/ 162735 w 11447336"/>
                <a:gd name="connsiteY29" fmla="*/ 994112 h 6152335"/>
                <a:gd name="connsiteX30" fmla="*/ 94673 w 11447336"/>
                <a:gd name="connsiteY30" fmla="*/ 721865 h 6152335"/>
                <a:gd name="connsiteX31" fmla="*/ 62615 w 11447336"/>
                <a:gd name="connsiteY31" fmla="*/ 319597 h 6152335"/>
                <a:gd name="connsiteX32" fmla="*/ 76085 w 11447336"/>
                <a:gd name="connsiteY32" fmla="*/ 52620 h 6152335"/>
                <a:gd name="connsiteX33" fmla="*/ 2947857 w 11447336"/>
                <a:gd name="connsiteY33" fmla="*/ 158690 h 6152335"/>
                <a:gd name="connsiteX34" fmla="*/ 5994778 w 11447336"/>
                <a:gd name="connsiteY34" fmla="*/ 105147 h 6152335"/>
                <a:gd name="connsiteX35" fmla="*/ 7863220 w 11447336"/>
                <a:gd name="connsiteY35" fmla="*/ 110048 h 6152335"/>
                <a:gd name="connsiteX36" fmla="*/ 9744207 w 11447336"/>
                <a:gd name="connsiteY36" fmla="*/ 144541 h 61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447336" h="6152335">
                  <a:moveTo>
                    <a:pt x="11393358" y="0"/>
                  </a:moveTo>
                  <a:lnTo>
                    <a:pt x="11307170" y="1704693"/>
                  </a:lnTo>
                  <a:lnTo>
                    <a:pt x="10683667" y="2012727"/>
                  </a:lnTo>
                  <a:lnTo>
                    <a:pt x="11283096" y="2105364"/>
                  </a:lnTo>
                  <a:lnTo>
                    <a:pt x="11358740" y="2658298"/>
                  </a:lnTo>
                  <a:lnTo>
                    <a:pt x="11333649" y="3476335"/>
                  </a:lnTo>
                  <a:lnTo>
                    <a:pt x="11389874" y="3634930"/>
                  </a:lnTo>
                  <a:lnTo>
                    <a:pt x="11336669" y="3847714"/>
                  </a:lnTo>
                  <a:lnTo>
                    <a:pt x="10593751" y="4084822"/>
                  </a:lnTo>
                  <a:lnTo>
                    <a:pt x="11093674" y="4168881"/>
                  </a:lnTo>
                  <a:lnTo>
                    <a:pt x="11389318" y="4170291"/>
                  </a:lnTo>
                  <a:lnTo>
                    <a:pt x="11331799" y="4919227"/>
                  </a:lnTo>
                  <a:lnTo>
                    <a:pt x="11347829" y="5494238"/>
                  </a:lnTo>
                  <a:lnTo>
                    <a:pt x="11447336" y="6152335"/>
                  </a:lnTo>
                  <a:lnTo>
                    <a:pt x="0" y="6152335"/>
                  </a:lnTo>
                  <a:lnTo>
                    <a:pt x="34965" y="5491279"/>
                  </a:lnTo>
                  <a:lnTo>
                    <a:pt x="18473" y="5063395"/>
                  </a:lnTo>
                  <a:lnTo>
                    <a:pt x="70044" y="4551453"/>
                  </a:lnTo>
                  <a:lnTo>
                    <a:pt x="158790" y="4149185"/>
                  </a:lnTo>
                  <a:lnTo>
                    <a:pt x="73064" y="3985965"/>
                  </a:lnTo>
                  <a:lnTo>
                    <a:pt x="361097" y="3872683"/>
                  </a:lnTo>
                  <a:lnTo>
                    <a:pt x="63539" y="3737393"/>
                  </a:lnTo>
                  <a:lnTo>
                    <a:pt x="147168" y="3190308"/>
                  </a:lnTo>
                  <a:lnTo>
                    <a:pt x="12431" y="2724972"/>
                  </a:lnTo>
                  <a:lnTo>
                    <a:pt x="142760" y="2266572"/>
                  </a:lnTo>
                  <a:lnTo>
                    <a:pt x="1980" y="1968709"/>
                  </a:lnTo>
                  <a:lnTo>
                    <a:pt x="291185" y="1908971"/>
                  </a:lnTo>
                  <a:lnTo>
                    <a:pt x="31481" y="1852838"/>
                  </a:lnTo>
                  <a:lnTo>
                    <a:pt x="130214" y="1323139"/>
                  </a:lnTo>
                  <a:lnTo>
                    <a:pt x="162735" y="994112"/>
                  </a:lnTo>
                  <a:lnTo>
                    <a:pt x="94673" y="721865"/>
                  </a:lnTo>
                  <a:lnTo>
                    <a:pt x="62615" y="319597"/>
                  </a:lnTo>
                  <a:lnTo>
                    <a:pt x="76085" y="52620"/>
                  </a:lnTo>
                  <a:lnTo>
                    <a:pt x="2947857" y="158690"/>
                  </a:lnTo>
                  <a:lnTo>
                    <a:pt x="5994778" y="105147"/>
                  </a:lnTo>
                  <a:lnTo>
                    <a:pt x="7863220" y="110048"/>
                  </a:lnTo>
                  <a:lnTo>
                    <a:pt x="9744207" y="144541"/>
                  </a:ln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976A80-8E84-4AFD-A03C-CFC65AD1BDF1}"/>
                </a:ext>
              </a:extLst>
            </p:cNvPr>
            <p:cNvSpPr/>
            <p:nvPr/>
          </p:nvSpPr>
          <p:spPr>
            <a:xfrm>
              <a:off x="11717153" y="575645"/>
              <a:ext cx="149837" cy="143932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0DAE53-28D2-4E04-8C86-ECB6E88C6E11}"/>
                </a:ext>
              </a:extLst>
            </p:cNvPr>
            <p:cNvSpPr/>
            <p:nvPr/>
          </p:nvSpPr>
          <p:spPr>
            <a:xfrm>
              <a:off x="11527708" y="2705101"/>
              <a:ext cx="359490" cy="95250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9AC080A-427E-4145-8CE6-5FB0B0B111AA}"/>
                </a:ext>
              </a:extLst>
            </p:cNvPr>
            <p:cNvSpPr/>
            <p:nvPr/>
          </p:nvSpPr>
          <p:spPr>
            <a:xfrm>
              <a:off x="11689519" y="4665783"/>
              <a:ext cx="197679" cy="217346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CC290D-F882-4AC2-A8B1-E43AB3BCBF40}"/>
                </a:ext>
              </a:extLst>
            </p:cNvPr>
            <p:cNvGrpSpPr/>
            <p:nvPr/>
          </p:nvGrpSpPr>
          <p:grpSpPr>
            <a:xfrm rot="16200000">
              <a:off x="932618" y="582190"/>
              <a:ext cx="39755" cy="752591"/>
              <a:chOff x="1079500" y="1271035"/>
              <a:chExt cx="39755" cy="752591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122FC40-918F-4EE8-85A9-1F35BFF3B2A3}"/>
                  </a:ext>
                </a:extLst>
              </p:cNvPr>
              <p:cNvSpPr/>
              <p:nvPr/>
            </p:nvSpPr>
            <p:spPr>
              <a:xfrm>
                <a:off x="1079500" y="1411626"/>
                <a:ext cx="26236" cy="61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36" h="895350">
                    <a:moveTo>
                      <a:pt x="0" y="0"/>
                    </a:moveTo>
                    <a:cubicBezTo>
                      <a:pt x="3175" y="161925"/>
                      <a:pt x="5208" y="323876"/>
                      <a:pt x="9525" y="485775"/>
                    </a:cubicBezTo>
                    <a:cubicBezTo>
                      <a:pt x="11558" y="562014"/>
                      <a:pt x="13803" y="638290"/>
                      <a:pt x="19050" y="714375"/>
                    </a:cubicBezTo>
                    <a:cubicBezTo>
                      <a:pt x="31688" y="897631"/>
                      <a:pt x="23812" y="713803"/>
                      <a:pt x="23812" y="89535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AA65A7FD-618B-4D82-9D9B-1280A8472C95}"/>
                  </a:ext>
                </a:extLst>
              </p:cNvPr>
              <p:cNvSpPr/>
              <p:nvPr/>
            </p:nvSpPr>
            <p:spPr>
              <a:xfrm>
                <a:off x="1112835" y="1271035"/>
                <a:ext cx="6420" cy="378619"/>
              </a:xfrm>
              <a:custGeom>
                <a:avLst/>
                <a:gdLst>
                  <a:gd name="connsiteX0" fmla="*/ 32827 w 32827"/>
                  <a:gd name="connsiteY0" fmla="*/ 0 h 381000"/>
                  <a:gd name="connsiteX1" fmla="*/ 13777 w 32827"/>
                  <a:gd name="connsiteY1" fmla="*/ 381000 h 381000"/>
                  <a:gd name="connsiteX0" fmla="*/ 31090 w 31090"/>
                  <a:gd name="connsiteY0" fmla="*/ 0 h 383381"/>
                  <a:gd name="connsiteX1" fmla="*/ 16803 w 31090"/>
                  <a:gd name="connsiteY1" fmla="*/ 383381 h 383381"/>
                  <a:gd name="connsiteX0" fmla="*/ 14287 w 14287"/>
                  <a:gd name="connsiteY0" fmla="*/ 0 h 383381"/>
                  <a:gd name="connsiteX1" fmla="*/ 0 w 14287"/>
                  <a:gd name="connsiteY1" fmla="*/ 383381 h 383381"/>
                  <a:gd name="connsiteX0" fmla="*/ 4038 w 6420"/>
                  <a:gd name="connsiteY0" fmla="*/ 0 h 378619"/>
                  <a:gd name="connsiteX1" fmla="*/ 6420 w 6420"/>
                  <a:gd name="connsiteY1" fmla="*/ 378619 h 378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0" h="378619">
                    <a:moveTo>
                      <a:pt x="4038" y="0"/>
                    </a:moveTo>
                    <a:cubicBezTo>
                      <a:pt x="-6276" y="160327"/>
                      <a:pt x="6420" y="28146"/>
                      <a:pt x="6420" y="378619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A63A572-1A8C-4C7D-B7E6-2580A63AC24E}"/>
                </a:ext>
              </a:extLst>
            </p:cNvPr>
            <p:cNvGrpSpPr/>
            <p:nvPr/>
          </p:nvGrpSpPr>
          <p:grpSpPr>
            <a:xfrm>
              <a:off x="11326182" y="6214865"/>
              <a:ext cx="175911" cy="505119"/>
              <a:chOff x="434596" y="6400233"/>
              <a:chExt cx="71115" cy="247061"/>
            </a:xfrm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E6D3D0A-253E-4970-B5D6-A7E431629831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649F4E3-B00B-4AD7-8514-7E87664056F7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1A8E493D-62EB-4332-8EDE-C7CB259CFF52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D9529E1-D42E-448B-8CCB-7A75456D4D59}"/>
                </a:ext>
              </a:extLst>
            </p:cNvPr>
            <p:cNvSpPr/>
            <p:nvPr/>
          </p:nvSpPr>
          <p:spPr>
            <a:xfrm>
              <a:off x="11078229" y="2852716"/>
              <a:ext cx="461963" cy="133350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3" h="133350">
                  <a:moveTo>
                    <a:pt x="0" y="0"/>
                  </a:moveTo>
                  <a:lnTo>
                    <a:pt x="161925" y="80963"/>
                  </a:lnTo>
                  <a:lnTo>
                    <a:pt x="271463" y="76200"/>
                  </a:lnTo>
                  <a:lnTo>
                    <a:pt x="400050" y="123825"/>
                  </a:lnTo>
                  <a:lnTo>
                    <a:pt x="461963" y="133350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BC2D12F-ADCA-4B6A-BB59-CB94601BD574}"/>
                </a:ext>
              </a:extLst>
            </p:cNvPr>
            <p:cNvSpPr/>
            <p:nvPr/>
          </p:nvSpPr>
          <p:spPr>
            <a:xfrm>
              <a:off x="11130617" y="2840809"/>
              <a:ext cx="371476" cy="107157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219076 w 409576"/>
                <a:gd name="connsiteY2" fmla="*/ 21432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21469 w 409576"/>
                <a:gd name="connsiteY3" fmla="*/ 73820 h 78582"/>
                <a:gd name="connsiteX4" fmla="*/ 409576 w 409576"/>
                <a:gd name="connsiteY4" fmla="*/ 78582 h 78582"/>
                <a:gd name="connsiteX0" fmla="*/ 0 w 371476"/>
                <a:gd name="connsiteY0" fmla="*/ 0 h 107157"/>
                <a:gd name="connsiteX1" fmla="*/ 109538 w 371476"/>
                <a:gd name="connsiteY1" fmla="*/ 26195 h 107157"/>
                <a:gd name="connsiteX2" fmla="*/ 169070 w 371476"/>
                <a:gd name="connsiteY2" fmla="*/ 52388 h 107157"/>
                <a:gd name="connsiteX3" fmla="*/ 321469 w 371476"/>
                <a:gd name="connsiteY3" fmla="*/ 73820 h 107157"/>
                <a:gd name="connsiteX4" fmla="*/ 371476 w 371476"/>
                <a:gd name="connsiteY4" fmla="*/ 107157 h 1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6" h="107157">
                  <a:moveTo>
                    <a:pt x="0" y="0"/>
                  </a:moveTo>
                  <a:lnTo>
                    <a:pt x="109538" y="26195"/>
                  </a:lnTo>
                  <a:lnTo>
                    <a:pt x="169070" y="52388"/>
                  </a:lnTo>
                  <a:lnTo>
                    <a:pt x="321469" y="73820"/>
                  </a:lnTo>
                  <a:lnTo>
                    <a:pt x="371476" y="107157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5C22A66-4BD6-4A61-8611-EC9AE73ED015}"/>
                </a:ext>
              </a:extLst>
            </p:cNvPr>
            <p:cNvGrpSpPr/>
            <p:nvPr/>
          </p:nvGrpSpPr>
          <p:grpSpPr>
            <a:xfrm rot="14400000">
              <a:off x="11227662" y="2110208"/>
              <a:ext cx="184006" cy="505119"/>
              <a:chOff x="434596" y="6400233"/>
              <a:chExt cx="71115" cy="247061"/>
            </a:xfrm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52A17C83-1F4A-4C18-9E8F-080B62F82E38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9D77A2D2-61FC-450B-8D15-41C6A4C00A48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0B38EF07-DBBD-4BA6-BB52-33AF28E92BEE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20B0F07-907D-4B57-AF89-636360A0814B}"/>
                </a:ext>
              </a:extLst>
            </p:cNvPr>
            <p:cNvGrpSpPr/>
            <p:nvPr/>
          </p:nvGrpSpPr>
          <p:grpSpPr>
            <a:xfrm>
              <a:off x="1642189" y="896187"/>
              <a:ext cx="138113" cy="138113"/>
              <a:chOff x="1642189" y="715212"/>
              <a:chExt cx="138113" cy="138113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148DE425-6692-429E-BEC3-B43568C559D8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원호 2">
                <a:extLst>
                  <a:ext uri="{FF2B5EF4-FFF2-40B4-BE49-F238E27FC236}">
                    <a16:creationId xmlns:a16="http://schemas.microsoft.com/office/drawing/2014/main" id="{178977BF-A2FD-44C4-9503-C15A735FC3A1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7410E80-F496-45A9-82BE-B71F46A4F907}"/>
                </a:ext>
              </a:extLst>
            </p:cNvPr>
            <p:cNvGrpSpPr/>
            <p:nvPr/>
          </p:nvGrpSpPr>
          <p:grpSpPr>
            <a:xfrm>
              <a:off x="10408748" y="1117210"/>
              <a:ext cx="138113" cy="138113"/>
              <a:chOff x="1642189" y="715212"/>
              <a:chExt cx="138113" cy="138113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01EA608B-1DDA-4437-AFE1-F94F1A067D34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원호 59">
                <a:extLst>
                  <a:ext uri="{FF2B5EF4-FFF2-40B4-BE49-F238E27FC236}">
                    <a16:creationId xmlns:a16="http://schemas.microsoft.com/office/drawing/2014/main" id="{2AFA24A5-11CC-407A-B81F-67A8C2A75492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B5B866-B526-264A-A3D2-221878E50A5A}"/>
              </a:ext>
            </a:extLst>
          </p:cNvPr>
          <p:cNvSpPr txBox="1"/>
          <p:nvPr/>
        </p:nvSpPr>
        <p:spPr>
          <a:xfrm>
            <a:off x="785845" y="1316376"/>
            <a:ext cx="896506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i="1" kern="0" dirty="0"/>
              <a:t>기계학습 모델 생성 프로젝트 설명</a:t>
            </a:r>
            <a:endParaRPr lang="en-US" altLang="ko-KR" sz="2000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pPr marL="342900" indent="-342900">
              <a:buAutoNum type="arabicPeriod"/>
            </a:pPr>
            <a:r>
              <a:rPr lang="ko-KR" altLang="en-US" b="1" i="1" kern="0" dirty="0"/>
              <a:t>문제 정의 및 선택 이유</a:t>
            </a:r>
            <a:endParaRPr lang="en-US" altLang="ko-KR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r>
              <a:rPr lang="en-US" altLang="ko-KR" b="1" i="1" kern="0" dirty="0"/>
              <a:t> </a:t>
            </a:r>
            <a:r>
              <a:rPr lang="ko-KR" altLang="en-US" kern="0" dirty="0"/>
              <a:t>키와 몸무게에 따른 비만도 예측</a:t>
            </a:r>
            <a:endParaRPr lang="en-US" altLang="ko-KR" kern="0" dirty="0"/>
          </a:p>
          <a:p>
            <a:endParaRPr lang="en-US" altLang="ko-KR" kern="0" dirty="0"/>
          </a:p>
          <a:p>
            <a:r>
              <a:rPr lang="ko-KR" altLang="en-US" kern="0" dirty="0"/>
              <a:t> </a:t>
            </a:r>
            <a:r>
              <a:rPr lang="en-US" altLang="ko-KR" kern="0" dirty="0"/>
              <a:t>-&gt; 6</a:t>
            </a:r>
            <a:r>
              <a:rPr lang="ko-KR" altLang="en-US" kern="0" dirty="0"/>
              <a:t>단계</a:t>
            </a:r>
            <a:r>
              <a:rPr lang="en-US" altLang="ko-KR" kern="0" dirty="0"/>
              <a:t>(</a:t>
            </a:r>
            <a:r>
              <a:rPr lang="en-US" altLang="ko-Kore-KR" dirty="0"/>
              <a:t>Extremely Weak ~ Extreme Obesity)</a:t>
            </a:r>
            <a:r>
              <a:rPr lang="ko-KR" altLang="en-US" dirty="0"/>
              <a:t>기준</a:t>
            </a:r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45949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99646" y="292942"/>
            <a:ext cx="11596484" cy="6565061"/>
            <a:chOff x="299646" y="292942"/>
            <a:chExt cx="11596484" cy="656506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10134543" y="319656"/>
              <a:ext cx="723383" cy="6538347"/>
              <a:chOff x="1352940" y="111967"/>
              <a:chExt cx="723383" cy="6547377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79425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47375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1352940" y="292942"/>
              <a:ext cx="723383" cy="6565060"/>
              <a:chOff x="1352940" y="111967"/>
              <a:chExt cx="723383" cy="6565060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97108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65058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" name="자유형 47">
              <a:extLst>
                <a:ext uri="{FF2B5EF4-FFF2-40B4-BE49-F238E27FC236}">
                  <a16:creationId xmlns:a16="http://schemas.microsoft.com/office/drawing/2014/main" id="{C994FB7E-B653-4867-9E6B-9D580EE53B31}"/>
                </a:ext>
              </a:extLst>
            </p:cNvPr>
            <p:cNvSpPr/>
            <p:nvPr/>
          </p:nvSpPr>
          <p:spPr>
            <a:xfrm>
              <a:off x="402214" y="575646"/>
              <a:ext cx="11493916" cy="6282355"/>
            </a:xfrm>
            <a:custGeom>
              <a:avLst/>
              <a:gdLst>
                <a:gd name="connsiteX0" fmla="*/ 11448984 w 11493916"/>
                <a:gd name="connsiteY0" fmla="*/ 0 h 6282355"/>
                <a:gd name="connsiteX1" fmla="*/ 11340726 w 11493916"/>
                <a:gd name="connsiteY1" fmla="*/ 835793 h 6282355"/>
                <a:gd name="connsiteX2" fmla="*/ 11420871 w 11493916"/>
                <a:gd name="connsiteY2" fmla="*/ 1189789 h 6282355"/>
                <a:gd name="connsiteX3" fmla="*/ 11356754 w 11493916"/>
                <a:gd name="connsiteY3" fmla="*/ 1801236 h 6282355"/>
                <a:gd name="connsiteX4" fmla="*/ 11052201 w 11493916"/>
                <a:gd name="connsiteY4" fmla="*/ 1913870 h 6282355"/>
                <a:gd name="connsiteX5" fmla="*/ 10555298 w 11493916"/>
                <a:gd name="connsiteY5" fmla="*/ 2106958 h 6282355"/>
                <a:gd name="connsiteX6" fmla="*/ 11436901 w 11493916"/>
                <a:gd name="connsiteY6" fmla="*/ 2123050 h 6282355"/>
                <a:gd name="connsiteX7" fmla="*/ 11484987 w 11493916"/>
                <a:gd name="connsiteY7" fmla="*/ 2718406 h 6282355"/>
                <a:gd name="connsiteX8" fmla="*/ 11420871 w 11493916"/>
                <a:gd name="connsiteY8" fmla="*/ 3168945 h 6282355"/>
                <a:gd name="connsiteX9" fmla="*/ 11468958 w 11493916"/>
                <a:gd name="connsiteY9" fmla="*/ 3844755 h 6282355"/>
                <a:gd name="connsiteX10" fmla="*/ 10843823 w 11493916"/>
                <a:gd name="connsiteY10" fmla="*/ 4150479 h 6282355"/>
                <a:gd name="connsiteX11" fmla="*/ 11452930 w 11493916"/>
                <a:gd name="connsiteY11" fmla="*/ 4118297 h 6282355"/>
                <a:gd name="connsiteX12" fmla="*/ 11372783 w 11493916"/>
                <a:gd name="connsiteY12" fmla="*/ 4681471 h 6282355"/>
                <a:gd name="connsiteX13" fmla="*/ 11394977 w 11493916"/>
                <a:gd name="connsiteY13" fmla="*/ 5428741 h 6282355"/>
                <a:gd name="connsiteX14" fmla="*/ 11493916 w 11493916"/>
                <a:gd name="connsiteY14" fmla="*/ 6282355 h 6282355"/>
                <a:gd name="connsiteX15" fmla="*/ 10650589 w 11493916"/>
                <a:gd name="connsiteY15" fmla="*/ 6282355 h 6282355"/>
                <a:gd name="connsiteX16" fmla="*/ 1995744 w 11493916"/>
                <a:gd name="connsiteY16" fmla="*/ 2026506 h 6282355"/>
                <a:gd name="connsiteX17" fmla="*/ 0 w 11493916"/>
                <a:gd name="connsiteY17" fmla="*/ 198925 h 6282355"/>
                <a:gd name="connsiteX18" fmla="*/ 366274 w 11493916"/>
                <a:gd name="connsiteY18" fmla="*/ 46680 h 6282355"/>
                <a:gd name="connsiteX19" fmla="*/ 1514871 w 11493916"/>
                <a:gd name="connsiteY19" fmla="*/ 115234 h 6282355"/>
                <a:gd name="connsiteX20" fmla="*/ 2428531 w 11493916"/>
                <a:gd name="connsiteY20" fmla="*/ 95621 h 6282355"/>
                <a:gd name="connsiteX21" fmla="*/ 3454631 w 11493916"/>
                <a:gd name="connsiteY21" fmla="*/ 148367 h 6282355"/>
                <a:gd name="connsiteX22" fmla="*/ 4688638 w 11493916"/>
                <a:gd name="connsiteY22" fmla="*/ 143892 h 6282355"/>
                <a:gd name="connsiteX23" fmla="*/ 5650385 w 11493916"/>
                <a:gd name="connsiteY23" fmla="*/ 111712 h 6282355"/>
                <a:gd name="connsiteX24" fmla="*/ 5970968 w 11493916"/>
                <a:gd name="connsiteY24" fmla="*/ 159984 h 6282355"/>
                <a:gd name="connsiteX25" fmla="*/ 6271456 w 11493916"/>
                <a:gd name="connsiteY25" fmla="*/ 126182 h 6282355"/>
                <a:gd name="connsiteX26" fmla="*/ 6557081 w 11493916"/>
                <a:gd name="connsiteY26" fmla="*/ 115964 h 6282355"/>
                <a:gd name="connsiteX27" fmla="*/ 6901273 w 11493916"/>
                <a:gd name="connsiteY27" fmla="*/ 135578 h 6282355"/>
                <a:gd name="connsiteX28" fmla="*/ 7477706 w 11493916"/>
                <a:gd name="connsiteY28" fmla="*/ 101169 h 6282355"/>
                <a:gd name="connsiteX29" fmla="*/ 8641790 w 11493916"/>
                <a:gd name="connsiteY29" fmla="*/ 98210 h 6282355"/>
                <a:gd name="connsiteX30" fmla="*/ 9320130 w 11493916"/>
                <a:gd name="connsiteY30" fmla="*/ 110693 h 6282355"/>
                <a:gd name="connsiteX31" fmla="*/ 10103851 w 11493916"/>
                <a:gd name="connsiteY31" fmla="*/ 149747 h 6282355"/>
                <a:gd name="connsiteX32" fmla="*/ 10997537 w 11493916"/>
                <a:gd name="connsiteY32" fmla="*/ 28944 h 6282355"/>
                <a:gd name="connsiteX33" fmla="*/ 11448984 w 11493916"/>
                <a:gd name="connsiteY33" fmla="*/ 0 h 628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493916" h="6282355">
                  <a:moveTo>
                    <a:pt x="11448984" y="0"/>
                  </a:moveTo>
                  <a:lnTo>
                    <a:pt x="11340726" y="835793"/>
                  </a:lnTo>
                  <a:lnTo>
                    <a:pt x="11420871" y="1189789"/>
                  </a:lnTo>
                  <a:lnTo>
                    <a:pt x="11356754" y="1801236"/>
                  </a:lnTo>
                  <a:lnTo>
                    <a:pt x="11052201" y="1913870"/>
                  </a:lnTo>
                  <a:lnTo>
                    <a:pt x="10555298" y="2106958"/>
                  </a:lnTo>
                  <a:lnTo>
                    <a:pt x="11436901" y="2123050"/>
                  </a:lnTo>
                  <a:lnTo>
                    <a:pt x="11484987" y="2718406"/>
                  </a:lnTo>
                  <a:lnTo>
                    <a:pt x="11420871" y="3168945"/>
                  </a:lnTo>
                  <a:lnTo>
                    <a:pt x="11468958" y="3844755"/>
                  </a:lnTo>
                  <a:lnTo>
                    <a:pt x="10843823" y="4150479"/>
                  </a:lnTo>
                  <a:lnTo>
                    <a:pt x="11452930" y="4118297"/>
                  </a:lnTo>
                  <a:lnTo>
                    <a:pt x="11372783" y="4681471"/>
                  </a:lnTo>
                  <a:lnTo>
                    <a:pt x="11394977" y="5428741"/>
                  </a:lnTo>
                  <a:lnTo>
                    <a:pt x="11493916" y="6282355"/>
                  </a:lnTo>
                  <a:lnTo>
                    <a:pt x="10650589" y="6282355"/>
                  </a:lnTo>
                  <a:lnTo>
                    <a:pt x="1995744" y="2026506"/>
                  </a:lnTo>
                  <a:lnTo>
                    <a:pt x="0" y="198925"/>
                  </a:lnTo>
                  <a:lnTo>
                    <a:pt x="366274" y="46680"/>
                  </a:lnTo>
                  <a:lnTo>
                    <a:pt x="1514871" y="115234"/>
                  </a:lnTo>
                  <a:lnTo>
                    <a:pt x="2428531" y="95621"/>
                  </a:lnTo>
                  <a:lnTo>
                    <a:pt x="3454631" y="148367"/>
                  </a:lnTo>
                  <a:lnTo>
                    <a:pt x="4688638" y="143892"/>
                  </a:lnTo>
                  <a:lnTo>
                    <a:pt x="5650385" y="111712"/>
                  </a:lnTo>
                  <a:lnTo>
                    <a:pt x="5970968" y="159984"/>
                  </a:lnTo>
                  <a:lnTo>
                    <a:pt x="6271456" y="126182"/>
                  </a:lnTo>
                  <a:lnTo>
                    <a:pt x="6557081" y="115964"/>
                  </a:lnTo>
                  <a:lnTo>
                    <a:pt x="6901273" y="135578"/>
                  </a:lnTo>
                  <a:lnTo>
                    <a:pt x="7477706" y="101169"/>
                  </a:lnTo>
                  <a:lnTo>
                    <a:pt x="8641790" y="98210"/>
                  </a:lnTo>
                  <a:lnTo>
                    <a:pt x="9320130" y="110693"/>
                  </a:lnTo>
                  <a:lnTo>
                    <a:pt x="10103851" y="149747"/>
                  </a:lnTo>
                  <a:lnTo>
                    <a:pt x="10997537" y="28944"/>
                  </a:lnTo>
                  <a:cubicBezTo>
                    <a:pt x="11160719" y="6595"/>
                    <a:pt x="11276277" y="31874"/>
                    <a:pt x="11448984" y="0"/>
                  </a:cubicBez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자유형 36">
              <a:extLst>
                <a:ext uri="{FF2B5EF4-FFF2-40B4-BE49-F238E27FC236}">
                  <a16:creationId xmlns:a16="http://schemas.microsoft.com/office/drawing/2014/main" id="{57FA0CF9-A005-4242-8FA6-A1F348526E00}"/>
                </a:ext>
              </a:extLst>
            </p:cNvPr>
            <p:cNvSpPr/>
            <p:nvPr/>
          </p:nvSpPr>
          <p:spPr>
            <a:xfrm>
              <a:off x="299646" y="705666"/>
              <a:ext cx="11447336" cy="6152335"/>
            </a:xfrm>
            <a:custGeom>
              <a:avLst/>
              <a:gdLst>
                <a:gd name="connsiteX0" fmla="*/ 11393358 w 11447336"/>
                <a:gd name="connsiteY0" fmla="*/ 0 h 6152335"/>
                <a:gd name="connsiteX1" fmla="*/ 11307170 w 11447336"/>
                <a:gd name="connsiteY1" fmla="*/ 1704693 h 6152335"/>
                <a:gd name="connsiteX2" fmla="*/ 10683667 w 11447336"/>
                <a:gd name="connsiteY2" fmla="*/ 2012727 h 6152335"/>
                <a:gd name="connsiteX3" fmla="*/ 11283096 w 11447336"/>
                <a:gd name="connsiteY3" fmla="*/ 2105364 h 6152335"/>
                <a:gd name="connsiteX4" fmla="*/ 11358740 w 11447336"/>
                <a:gd name="connsiteY4" fmla="*/ 2658298 h 6152335"/>
                <a:gd name="connsiteX5" fmla="*/ 11333649 w 11447336"/>
                <a:gd name="connsiteY5" fmla="*/ 3476335 h 6152335"/>
                <a:gd name="connsiteX6" fmla="*/ 11389874 w 11447336"/>
                <a:gd name="connsiteY6" fmla="*/ 3634930 h 6152335"/>
                <a:gd name="connsiteX7" fmla="*/ 11336669 w 11447336"/>
                <a:gd name="connsiteY7" fmla="*/ 3847714 h 6152335"/>
                <a:gd name="connsiteX8" fmla="*/ 10593751 w 11447336"/>
                <a:gd name="connsiteY8" fmla="*/ 4084822 h 6152335"/>
                <a:gd name="connsiteX9" fmla="*/ 11093674 w 11447336"/>
                <a:gd name="connsiteY9" fmla="*/ 4168881 h 6152335"/>
                <a:gd name="connsiteX10" fmla="*/ 11389318 w 11447336"/>
                <a:gd name="connsiteY10" fmla="*/ 4170291 h 6152335"/>
                <a:gd name="connsiteX11" fmla="*/ 11331799 w 11447336"/>
                <a:gd name="connsiteY11" fmla="*/ 4919227 h 6152335"/>
                <a:gd name="connsiteX12" fmla="*/ 11347829 w 11447336"/>
                <a:gd name="connsiteY12" fmla="*/ 5494238 h 6152335"/>
                <a:gd name="connsiteX13" fmla="*/ 11447336 w 11447336"/>
                <a:gd name="connsiteY13" fmla="*/ 6152335 h 6152335"/>
                <a:gd name="connsiteX14" fmla="*/ 0 w 11447336"/>
                <a:gd name="connsiteY14" fmla="*/ 6152335 h 6152335"/>
                <a:gd name="connsiteX15" fmla="*/ 34965 w 11447336"/>
                <a:gd name="connsiteY15" fmla="*/ 5491279 h 6152335"/>
                <a:gd name="connsiteX16" fmla="*/ 18473 w 11447336"/>
                <a:gd name="connsiteY16" fmla="*/ 5063395 h 6152335"/>
                <a:gd name="connsiteX17" fmla="*/ 70044 w 11447336"/>
                <a:gd name="connsiteY17" fmla="*/ 4551453 h 6152335"/>
                <a:gd name="connsiteX18" fmla="*/ 158790 w 11447336"/>
                <a:gd name="connsiteY18" fmla="*/ 4149185 h 6152335"/>
                <a:gd name="connsiteX19" fmla="*/ 73064 w 11447336"/>
                <a:gd name="connsiteY19" fmla="*/ 3985965 h 6152335"/>
                <a:gd name="connsiteX20" fmla="*/ 361097 w 11447336"/>
                <a:gd name="connsiteY20" fmla="*/ 3872683 h 6152335"/>
                <a:gd name="connsiteX21" fmla="*/ 63539 w 11447336"/>
                <a:gd name="connsiteY21" fmla="*/ 3737393 h 6152335"/>
                <a:gd name="connsiteX22" fmla="*/ 147168 w 11447336"/>
                <a:gd name="connsiteY22" fmla="*/ 3190308 h 6152335"/>
                <a:gd name="connsiteX23" fmla="*/ 12431 w 11447336"/>
                <a:gd name="connsiteY23" fmla="*/ 2724972 h 6152335"/>
                <a:gd name="connsiteX24" fmla="*/ 142760 w 11447336"/>
                <a:gd name="connsiteY24" fmla="*/ 2266572 h 6152335"/>
                <a:gd name="connsiteX25" fmla="*/ 1980 w 11447336"/>
                <a:gd name="connsiteY25" fmla="*/ 1968709 h 6152335"/>
                <a:gd name="connsiteX26" fmla="*/ 291185 w 11447336"/>
                <a:gd name="connsiteY26" fmla="*/ 1908971 h 6152335"/>
                <a:gd name="connsiteX27" fmla="*/ 31481 w 11447336"/>
                <a:gd name="connsiteY27" fmla="*/ 1852838 h 6152335"/>
                <a:gd name="connsiteX28" fmla="*/ 130214 w 11447336"/>
                <a:gd name="connsiteY28" fmla="*/ 1323139 h 6152335"/>
                <a:gd name="connsiteX29" fmla="*/ 162735 w 11447336"/>
                <a:gd name="connsiteY29" fmla="*/ 994112 h 6152335"/>
                <a:gd name="connsiteX30" fmla="*/ 94673 w 11447336"/>
                <a:gd name="connsiteY30" fmla="*/ 721865 h 6152335"/>
                <a:gd name="connsiteX31" fmla="*/ 62615 w 11447336"/>
                <a:gd name="connsiteY31" fmla="*/ 319597 h 6152335"/>
                <a:gd name="connsiteX32" fmla="*/ 76085 w 11447336"/>
                <a:gd name="connsiteY32" fmla="*/ 52620 h 6152335"/>
                <a:gd name="connsiteX33" fmla="*/ 2947857 w 11447336"/>
                <a:gd name="connsiteY33" fmla="*/ 158690 h 6152335"/>
                <a:gd name="connsiteX34" fmla="*/ 5994778 w 11447336"/>
                <a:gd name="connsiteY34" fmla="*/ 105147 h 6152335"/>
                <a:gd name="connsiteX35" fmla="*/ 7863220 w 11447336"/>
                <a:gd name="connsiteY35" fmla="*/ 110048 h 6152335"/>
                <a:gd name="connsiteX36" fmla="*/ 9744207 w 11447336"/>
                <a:gd name="connsiteY36" fmla="*/ 144541 h 61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447336" h="6152335">
                  <a:moveTo>
                    <a:pt x="11393358" y="0"/>
                  </a:moveTo>
                  <a:lnTo>
                    <a:pt x="11307170" y="1704693"/>
                  </a:lnTo>
                  <a:lnTo>
                    <a:pt x="10683667" y="2012727"/>
                  </a:lnTo>
                  <a:lnTo>
                    <a:pt x="11283096" y="2105364"/>
                  </a:lnTo>
                  <a:lnTo>
                    <a:pt x="11358740" y="2658298"/>
                  </a:lnTo>
                  <a:lnTo>
                    <a:pt x="11333649" y="3476335"/>
                  </a:lnTo>
                  <a:lnTo>
                    <a:pt x="11389874" y="3634930"/>
                  </a:lnTo>
                  <a:lnTo>
                    <a:pt x="11336669" y="3847714"/>
                  </a:lnTo>
                  <a:lnTo>
                    <a:pt x="10593751" y="4084822"/>
                  </a:lnTo>
                  <a:lnTo>
                    <a:pt x="11093674" y="4168881"/>
                  </a:lnTo>
                  <a:lnTo>
                    <a:pt x="11389318" y="4170291"/>
                  </a:lnTo>
                  <a:lnTo>
                    <a:pt x="11331799" y="4919227"/>
                  </a:lnTo>
                  <a:lnTo>
                    <a:pt x="11347829" y="5494238"/>
                  </a:lnTo>
                  <a:lnTo>
                    <a:pt x="11447336" y="6152335"/>
                  </a:lnTo>
                  <a:lnTo>
                    <a:pt x="0" y="6152335"/>
                  </a:lnTo>
                  <a:lnTo>
                    <a:pt x="34965" y="5491279"/>
                  </a:lnTo>
                  <a:lnTo>
                    <a:pt x="18473" y="5063395"/>
                  </a:lnTo>
                  <a:lnTo>
                    <a:pt x="70044" y="4551453"/>
                  </a:lnTo>
                  <a:lnTo>
                    <a:pt x="158790" y="4149185"/>
                  </a:lnTo>
                  <a:lnTo>
                    <a:pt x="73064" y="3985965"/>
                  </a:lnTo>
                  <a:lnTo>
                    <a:pt x="361097" y="3872683"/>
                  </a:lnTo>
                  <a:lnTo>
                    <a:pt x="63539" y="3737393"/>
                  </a:lnTo>
                  <a:lnTo>
                    <a:pt x="147168" y="3190308"/>
                  </a:lnTo>
                  <a:lnTo>
                    <a:pt x="12431" y="2724972"/>
                  </a:lnTo>
                  <a:lnTo>
                    <a:pt x="142760" y="2266572"/>
                  </a:lnTo>
                  <a:lnTo>
                    <a:pt x="1980" y="1968709"/>
                  </a:lnTo>
                  <a:lnTo>
                    <a:pt x="291185" y="1908971"/>
                  </a:lnTo>
                  <a:lnTo>
                    <a:pt x="31481" y="1852838"/>
                  </a:lnTo>
                  <a:lnTo>
                    <a:pt x="130214" y="1323139"/>
                  </a:lnTo>
                  <a:lnTo>
                    <a:pt x="162735" y="994112"/>
                  </a:lnTo>
                  <a:lnTo>
                    <a:pt x="94673" y="721865"/>
                  </a:lnTo>
                  <a:lnTo>
                    <a:pt x="62615" y="319597"/>
                  </a:lnTo>
                  <a:lnTo>
                    <a:pt x="76085" y="52620"/>
                  </a:lnTo>
                  <a:lnTo>
                    <a:pt x="2947857" y="158690"/>
                  </a:lnTo>
                  <a:lnTo>
                    <a:pt x="5994778" y="105147"/>
                  </a:lnTo>
                  <a:lnTo>
                    <a:pt x="7863220" y="110048"/>
                  </a:lnTo>
                  <a:lnTo>
                    <a:pt x="9744207" y="144541"/>
                  </a:ln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976A80-8E84-4AFD-A03C-CFC65AD1BDF1}"/>
                </a:ext>
              </a:extLst>
            </p:cNvPr>
            <p:cNvSpPr/>
            <p:nvPr/>
          </p:nvSpPr>
          <p:spPr>
            <a:xfrm>
              <a:off x="11717153" y="575645"/>
              <a:ext cx="149837" cy="143932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0DAE53-28D2-4E04-8C86-ECB6E88C6E11}"/>
                </a:ext>
              </a:extLst>
            </p:cNvPr>
            <p:cNvSpPr/>
            <p:nvPr/>
          </p:nvSpPr>
          <p:spPr>
            <a:xfrm>
              <a:off x="11527708" y="2705101"/>
              <a:ext cx="359490" cy="95250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9AC080A-427E-4145-8CE6-5FB0B0B111AA}"/>
                </a:ext>
              </a:extLst>
            </p:cNvPr>
            <p:cNvSpPr/>
            <p:nvPr/>
          </p:nvSpPr>
          <p:spPr>
            <a:xfrm>
              <a:off x="11689519" y="4665783"/>
              <a:ext cx="197679" cy="217346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CC290D-F882-4AC2-A8B1-E43AB3BCBF40}"/>
                </a:ext>
              </a:extLst>
            </p:cNvPr>
            <p:cNvGrpSpPr/>
            <p:nvPr/>
          </p:nvGrpSpPr>
          <p:grpSpPr>
            <a:xfrm rot="16200000">
              <a:off x="932618" y="582190"/>
              <a:ext cx="39755" cy="752591"/>
              <a:chOff x="1079500" y="1271035"/>
              <a:chExt cx="39755" cy="752591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122FC40-918F-4EE8-85A9-1F35BFF3B2A3}"/>
                  </a:ext>
                </a:extLst>
              </p:cNvPr>
              <p:cNvSpPr/>
              <p:nvPr/>
            </p:nvSpPr>
            <p:spPr>
              <a:xfrm>
                <a:off x="1079500" y="1411626"/>
                <a:ext cx="26236" cy="61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36" h="895350">
                    <a:moveTo>
                      <a:pt x="0" y="0"/>
                    </a:moveTo>
                    <a:cubicBezTo>
                      <a:pt x="3175" y="161925"/>
                      <a:pt x="5208" y="323876"/>
                      <a:pt x="9525" y="485775"/>
                    </a:cubicBezTo>
                    <a:cubicBezTo>
                      <a:pt x="11558" y="562014"/>
                      <a:pt x="13803" y="638290"/>
                      <a:pt x="19050" y="714375"/>
                    </a:cubicBezTo>
                    <a:cubicBezTo>
                      <a:pt x="31688" y="897631"/>
                      <a:pt x="23812" y="713803"/>
                      <a:pt x="23812" y="89535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AA65A7FD-618B-4D82-9D9B-1280A8472C95}"/>
                  </a:ext>
                </a:extLst>
              </p:cNvPr>
              <p:cNvSpPr/>
              <p:nvPr/>
            </p:nvSpPr>
            <p:spPr>
              <a:xfrm>
                <a:off x="1112835" y="1271035"/>
                <a:ext cx="6420" cy="378619"/>
              </a:xfrm>
              <a:custGeom>
                <a:avLst/>
                <a:gdLst>
                  <a:gd name="connsiteX0" fmla="*/ 32827 w 32827"/>
                  <a:gd name="connsiteY0" fmla="*/ 0 h 381000"/>
                  <a:gd name="connsiteX1" fmla="*/ 13777 w 32827"/>
                  <a:gd name="connsiteY1" fmla="*/ 381000 h 381000"/>
                  <a:gd name="connsiteX0" fmla="*/ 31090 w 31090"/>
                  <a:gd name="connsiteY0" fmla="*/ 0 h 383381"/>
                  <a:gd name="connsiteX1" fmla="*/ 16803 w 31090"/>
                  <a:gd name="connsiteY1" fmla="*/ 383381 h 383381"/>
                  <a:gd name="connsiteX0" fmla="*/ 14287 w 14287"/>
                  <a:gd name="connsiteY0" fmla="*/ 0 h 383381"/>
                  <a:gd name="connsiteX1" fmla="*/ 0 w 14287"/>
                  <a:gd name="connsiteY1" fmla="*/ 383381 h 383381"/>
                  <a:gd name="connsiteX0" fmla="*/ 4038 w 6420"/>
                  <a:gd name="connsiteY0" fmla="*/ 0 h 378619"/>
                  <a:gd name="connsiteX1" fmla="*/ 6420 w 6420"/>
                  <a:gd name="connsiteY1" fmla="*/ 378619 h 378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0" h="378619">
                    <a:moveTo>
                      <a:pt x="4038" y="0"/>
                    </a:moveTo>
                    <a:cubicBezTo>
                      <a:pt x="-6276" y="160327"/>
                      <a:pt x="6420" y="28146"/>
                      <a:pt x="6420" y="378619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A63A572-1A8C-4C7D-B7E6-2580A63AC24E}"/>
                </a:ext>
              </a:extLst>
            </p:cNvPr>
            <p:cNvGrpSpPr/>
            <p:nvPr/>
          </p:nvGrpSpPr>
          <p:grpSpPr>
            <a:xfrm>
              <a:off x="11326182" y="6214865"/>
              <a:ext cx="175911" cy="505119"/>
              <a:chOff x="434596" y="6400233"/>
              <a:chExt cx="71115" cy="247061"/>
            </a:xfrm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E6D3D0A-253E-4970-B5D6-A7E431629831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649F4E3-B00B-4AD7-8514-7E87664056F7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1A8E493D-62EB-4332-8EDE-C7CB259CFF52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D9529E1-D42E-448B-8CCB-7A75456D4D59}"/>
                </a:ext>
              </a:extLst>
            </p:cNvPr>
            <p:cNvSpPr/>
            <p:nvPr/>
          </p:nvSpPr>
          <p:spPr>
            <a:xfrm>
              <a:off x="11078229" y="2852716"/>
              <a:ext cx="461963" cy="133350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3" h="133350">
                  <a:moveTo>
                    <a:pt x="0" y="0"/>
                  </a:moveTo>
                  <a:lnTo>
                    <a:pt x="161925" y="80963"/>
                  </a:lnTo>
                  <a:lnTo>
                    <a:pt x="271463" y="76200"/>
                  </a:lnTo>
                  <a:lnTo>
                    <a:pt x="400050" y="123825"/>
                  </a:lnTo>
                  <a:lnTo>
                    <a:pt x="461963" y="133350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BC2D12F-ADCA-4B6A-BB59-CB94601BD574}"/>
                </a:ext>
              </a:extLst>
            </p:cNvPr>
            <p:cNvSpPr/>
            <p:nvPr/>
          </p:nvSpPr>
          <p:spPr>
            <a:xfrm>
              <a:off x="11130617" y="2840809"/>
              <a:ext cx="371476" cy="107157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219076 w 409576"/>
                <a:gd name="connsiteY2" fmla="*/ 21432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21469 w 409576"/>
                <a:gd name="connsiteY3" fmla="*/ 73820 h 78582"/>
                <a:gd name="connsiteX4" fmla="*/ 409576 w 409576"/>
                <a:gd name="connsiteY4" fmla="*/ 78582 h 78582"/>
                <a:gd name="connsiteX0" fmla="*/ 0 w 371476"/>
                <a:gd name="connsiteY0" fmla="*/ 0 h 107157"/>
                <a:gd name="connsiteX1" fmla="*/ 109538 w 371476"/>
                <a:gd name="connsiteY1" fmla="*/ 26195 h 107157"/>
                <a:gd name="connsiteX2" fmla="*/ 169070 w 371476"/>
                <a:gd name="connsiteY2" fmla="*/ 52388 h 107157"/>
                <a:gd name="connsiteX3" fmla="*/ 321469 w 371476"/>
                <a:gd name="connsiteY3" fmla="*/ 73820 h 107157"/>
                <a:gd name="connsiteX4" fmla="*/ 371476 w 371476"/>
                <a:gd name="connsiteY4" fmla="*/ 107157 h 1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6" h="107157">
                  <a:moveTo>
                    <a:pt x="0" y="0"/>
                  </a:moveTo>
                  <a:lnTo>
                    <a:pt x="109538" y="26195"/>
                  </a:lnTo>
                  <a:lnTo>
                    <a:pt x="169070" y="52388"/>
                  </a:lnTo>
                  <a:lnTo>
                    <a:pt x="321469" y="73820"/>
                  </a:lnTo>
                  <a:lnTo>
                    <a:pt x="371476" y="107157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5C22A66-4BD6-4A61-8611-EC9AE73ED015}"/>
                </a:ext>
              </a:extLst>
            </p:cNvPr>
            <p:cNvGrpSpPr/>
            <p:nvPr/>
          </p:nvGrpSpPr>
          <p:grpSpPr>
            <a:xfrm rot="14400000">
              <a:off x="11227662" y="2110208"/>
              <a:ext cx="184006" cy="505119"/>
              <a:chOff x="434596" y="6400233"/>
              <a:chExt cx="71115" cy="247061"/>
            </a:xfrm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52A17C83-1F4A-4C18-9E8F-080B62F82E38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9D77A2D2-61FC-450B-8D15-41C6A4C00A48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0B38EF07-DBBD-4BA6-BB52-33AF28E92BEE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20B0F07-907D-4B57-AF89-636360A0814B}"/>
                </a:ext>
              </a:extLst>
            </p:cNvPr>
            <p:cNvGrpSpPr/>
            <p:nvPr/>
          </p:nvGrpSpPr>
          <p:grpSpPr>
            <a:xfrm>
              <a:off x="1642189" y="896187"/>
              <a:ext cx="138113" cy="138113"/>
              <a:chOff x="1642189" y="715212"/>
              <a:chExt cx="138113" cy="138113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148DE425-6692-429E-BEC3-B43568C559D8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원호 2">
                <a:extLst>
                  <a:ext uri="{FF2B5EF4-FFF2-40B4-BE49-F238E27FC236}">
                    <a16:creationId xmlns:a16="http://schemas.microsoft.com/office/drawing/2014/main" id="{178977BF-A2FD-44C4-9503-C15A735FC3A1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7410E80-F496-45A9-82BE-B71F46A4F907}"/>
                </a:ext>
              </a:extLst>
            </p:cNvPr>
            <p:cNvGrpSpPr/>
            <p:nvPr/>
          </p:nvGrpSpPr>
          <p:grpSpPr>
            <a:xfrm>
              <a:off x="10408748" y="1117210"/>
              <a:ext cx="138113" cy="138113"/>
              <a:chOff x="1642189" y="715212"/>
              <a:chExt cx="138113" cy="138113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01EA608B-1DDA-4437-AFE1-F94F1A067D34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원호 59">
                <a:extLst>
                  <a:ext uri="{FF2B5EF4-FFF2-40B4-BE49-F238E27FC236}">
                    <a16:creationId xmlns:a16="http://schemas.microsoft.com/office/drawing/2014/main" id="{2AFA24A5-11CC-407A-B81F-67A8C2A75492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B5B866-B526-264A-A3D2-221878E50A5A}"/>
              </a:ext>
            </a:extLst>
          </p:cNvPr>
          <p:cNvSpPr txBox="1"/>
          <p:nvPr/>
        </p:nvSpPr>
        <p:spPr>
          <a:xfrm>
            <a:off x="1381179" y="511062"/>
            <a:ext cx="896506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r>
              <a:rPr lang="en-US" altLang="ko-KR" b="1" i="1" kern="0" dirty="0"/>
              <a:t>2. </a:t>
            </a:r>
            <a:r>
              <a:rPr lang="ko-KR" altLang="en-US" b="1" i="1" kern="0" dirty="0"/>
              <a:t>데이터 수집</a:t>
            </a:r>
            <a:endParaRPr lang="en-US" altLang="ko-KR" b="1" i="1" kern="0" dirty="0"/>
          </a:p>
          <a:p>
            <a:endParaRPr lang="en-US" altLang="ko-KR" b="1" i="1" kern="0" dirty="0"/>
          </a:p>
          <a:p>
            <a:pPr fontAlgn="base"/>
            <a:r>
              <a:rPr lang="ko-KR" altLang="en-US" b="1" i="1" kern="0" dirty="0"/>
              <a:t> </a:t>
            </a:r>
            <a:r>
              <a:rPr lang="en-US" altLang="ko-Kore-KR" dirty="0"/>
              <a:t>https://</a:t>
            </a:r>
            <a:r>
              <a:rPr lang="en-US" altLang="ko-Kore-KR" dirty="0" err="1"/>
              <a:t>www.kaggle.com</a:t>
            </a:r>
            <a:r>
              <a:rPr lang="en-US" altLang="ko-Kore-KR" dirty="0"/>
              <a:t>/titan23/</a:t>
            </a:r>
            <a:r>
              <a:rPr lang="en-US" altLang="ko-Kore-KR" dirty="0" err="1"/>
              <a:t>bmi</a:t>
            </a:r>
            <a:r>
              <a:rPr lang="en-US" altLang="ko-Kore-KR" dirty="0"/>
              <a:t>-dataset/data</a:t>
            </a:r>
            <a:r>
              <a:rPr lang="ko-Kore-KR" altLang="en-US" dirty="0"/>
              <a:t>에서</a:t>
            </a:r>
            <a:r>
              <a:rPr lang="ko-KR" altLang="en-US" dirty="0"/>
              <a:t> </a:t>
            </a:r>
            <a:r>
              <a:rPr lang="en-US" altLang="ko-KR" dirty="0"/>
              <a:t>csv</a:t>
            </a:r>
            <a:r>
              <a:rPr lang="ko-KR" altLang="en-US" dirty="0"/>
              <a:t> 파일 다운로드</a:t>
            </a:r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엑셀로 변환 후 인덱스 수정</a:t>
            </a:r>
            <a:endParaRPr lang="en-US" altLang="ko-KR" dirty="0"/>
          </a:p>
          <a:p>
            <a:pPr fontAlgn="base"/>
            <a:r>
              <a:rPr lang="en-US" altLang="ko-Kore-KR" sz="1400" dirty="0"/>
              <a:t>		</a:t>
            </a:r>
            <a:endParaRPr lang="en-US" altLang="ko-KR" i="1" kern="0" dirty="0"/>
          </a:p>
          <a:p>
            <a:r>
              <a:rPr lang="en-US" altLang="ko-KR" b="1" i="1" kern="0" dirty="0"/>
              <a:t> </a:t>
            </a:r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kumimoji="1" lang="ko-Kore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075292-37B8-6F42-B5C9-BF3D8440C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211" y="2986066"/>
            <a:ext cx="1668867" cy="3482853"/>
          </a:xfrm>
          <a:prstGeom prst="rect">
            <a:avLst/>
          </a:prstGeom>
        </p:spPr>
      </p:pic>
      <p:pic>
        <p:nvPicPr>
          <p:cNvPr id="13" name="그림 12" descr="텍스트, 영수증이(가) 표시된 사진&#10;&#10;자동 생성된 설명">
            <a:extLst>
              <a:ext uri="{FF2B5EF4-FFF2-40B4-BE49-F238E27FC236}">
                <a16:creationId xmlns:a16="http://schemas.microsoft.com/office/drawing/2014/main" id="{B86F18C6-0CFA-7A4C-BA01-804D63F50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869" y="2477871"/>
            <a:ext cx="3088585" cy="416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8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99646" y="292942"/>
            <a:ext cx="11596484" cy="6565061"/>
            <a:chOff x="299646" y="292942"/>
            <a:chExt cx="11596484" cy="656506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10134543" y="319656"/>
              <a:ext cx="723383" cy="6538347"/>
              <a:chOff x="1352940" y="111967"/>
              <a:chExt cx="723383" cy="6547377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79425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47375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1352940" y="292942"/>
              <a:ext cx="723383" cy="6565060"/>
              <a:chOff x="1352940" y="111967"/>
              <a:chExt cx="723383" cy="6565060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97108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65058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" name="자유형 47">
              <a:extLst>
                <a:ext uri="{FF2B5EF4-FFF2-40B4-BE49-F238E27FC236}">
                  <a16:creationId xmlns:a16="http://schemas.microsoft.com/office/drawing/2014/main" id="{C994FB7E-B653-4867-9E6B-9D580EE53B31}"/>
                </a:ext>
              </a:extLst>
            </p:cNvPr>
            <p:cNvSpPr/>
            <p:nvPr/>
          </p:nvSpPr>
          <p:spPr>
            <a:xfrm>
              <a:off x="402214" y="575646"/>
              <a:ext cx="11493916" cy="6282355"/>
            </a:xfrm>
            <a:custGeom>
              <a:avLst/>
              <a:gdLst>
                <a:gd name="connsiteX0" fmla="*/ 11448984 w 11493916"/>
                <a:gd name="connsiteY0" fmla="*/ 0 h 6282355"/>
                <a:gd name="connsiteX1" fmla="*/ 11340726 w 11493916"/>
                <a:gd name="connsiteY1" fmla="*/ 835793 h 6282355"/>
                <a:gd name="connsiteX2" fmla="*/ 11420871 w 11493916"/>
                <a:gd name="connsiteY2" fmla="*/ 1189789 h 6282355"/>
                <a:gd name="connsiteX3" fmla="*/ 11356754 w 11493916"/>
                <a:gd name="connsiteY3" fmla="*/ 1801236 h 6282355"/>
                <a:gd name="connsiteX4" fmla="*/ 11052201 w 11493916"/>
                <a:gd name="connsiteY4" fmla="*/ 1913870 h 6282355"/>
                <a:gd name="connsiteX5" fmla="*/ 10555298 w 11493916"/>
                <a:gd name="connsiteY5" fmla="*/ 2106958 h 6282355"/>
                <a:gd name="connsiteX6" fmla="*/ 11436901 w 11493916"/>
                <a:gd name="connsiteY6" fmla="*/ 2123050 h 6282355"/>
                <a:gd name="connsiteX7" fmla="*/ 11484987 w 11493916"/>
                <a:gd name="connsiteY7" fmla="*/ 2718406 h 6282355"/>
                <a:gd name="connsiteX8" fmla="*/ 11420871 w 11493916"/>
                <a:gd name="connsiteY8" fmla="*/ 3168945 h 6282355"/>
                <a:gd name="connsiteX9" fmla="*/ 11468958 w 11493916"/>
                <a:gd name="connsiteY9" fmla="*/ 3844755 h 6282355"/>
                <a:gd name="connsiteX10" fmla="*/ 10843823 w 11493916"/>
                <a:gd name="connsiteY10" fmla="*/ 4150479 h 6282355"/>
                <a:gd name="connsiteX11" fmla="*/ 11452930 w 11493916"/>
                <a:gd name="connsiteY11" fmla="*/ 4118297 h 6282355"/>
                <a:gd name="connsiteX12" fmla="*/ 11372783 w 11493916"/>
                <a:gd name="connsiteY12" fmla="*/ 4681471 h 6282355"/>
                <a:gd name="connsiteX13" fmla="*/ 11394977 w 11493916"/>
                <a:gd name="connsiteY13" fmla="*/ 5428741 h 6282355"/>
                <a:gd name="connsiteX14" fmla="*/ 11493916 w 11493916"/>
                <a:gd name="connsiteY14" fmla="*/ 6282355 h 6282355"/>
                <a:gd name="connsiteX15" fmla="*/ 10650589 w 11493916"/>
                <a:gd name="connsiteY15" fmla="*/ 6282355 h 6282355"/>
                <a:gd name="connsiteX16" fmla="*/ 1995744 w 11493916"/>
                <a:gd name="connsiteY16" fmla="*/ 2026506 h 6282355"/>
                <a:gd name="connsiteX17" fmla="*/ 0 w 11493916"/>
                <a:gd name="connsiteY17" fmla="*/ 198925 h 6282355"/>
                <a:gd name="connsiteX18" fmla="*/ 366274 w 11493916"/>
                <a:gd name="connsiteY18" fmla="*/ 46680 h 6282355"/>
                <a:gd name="connsiteX19" fmla="*/ 1514871 w 11493916"/>
                <a:gd name="connsiteY19" fmla="*/ 115234 h 6282355"/>
                <a:gd name="connsiteX20" fmla="*/ 2428531 w 11493916"/>
                <a:gd name="connsiteY20" fmla="*/ 95621 h 6282355"/>
                <a:gd name="connsiteX21" fmla="*/ 3454631 w 11493916"/>
                <a:gd name="connsiteY21" fmla="*/ 148367 h 6282355"/>
                <a:gd name="connsiteX22" fmla="*/ 4688638 w 11493916"/>
                <a:gd name="connsiteY22" fmla="*/ 143892 h 6282355"/>
                <a:gd name="connsiteX23" fmla="*/ 5650385 w 11493916"/>
                <a:gd name="connsiteY23" fmla="*/ 111712 h 6282355"/>
                <a:gd name="connsiteX24" fmla="*/ 5970968 w 11493916"/>
                <a:gd name="connsiteY24" fmla="*/ 159984 h 6282355"/>
                <a:gd name="connsiteX25" fmla="*/ 6271456 w 11493916"/>
                <a:gd name="connsiteY25" fmla="*/ 126182 h 6282355"/>
                <a:gd name="connsiteX26" fmla="*/ 6557081 w 11493916"/>
                <a:gd name="connsiteY26" fmla="*/ 115964 h 6282355"/>
                <a:gd name="connsiteX27" fmla="*/ 6901273 w 11493916"/>
                <a:gd name="connsiteY27" fmla="*/ 135578 h 6282355"/>
                <a:gd name="connsiteX28" fmla="*/ 7477706 w 11493916"/>
                <a:gd name="connsiteY28" fmla="*/ 101169 h 6282355"/>
                <a:gd name="connsiteX29" fmla="*/ 8641790 w 11493916"/>
                <a:gd name="connsiteY29" fmla="*/ 98210 h 6282355"/>
                <a:gd name="connsiteX30" fmla="*/ 9320130 w 11493916"/>
                <a:gd name="connsiteY30" fmla="*/ 110693 h 6282355"/>
                <a:gd name="connsiteX31" fmla="*/ 10103851 w 11493916"/>
                <a:gd name="connsiteY31" fmla="*/ 149747 h 6282355"/>
                <a:gd name="connsiteX32" fmla="*/ 10997537 w 11493916"/>
                <a:gd name="connsiteY32" fmla="*/ 28944 h 6282355"/>
                <a:gd name="connsiteX33" fmla="*/ 11448984 w 11493916"/>
                <a:gd name="connsiteY33" fmla="*/ 0 h 628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493916" h="6282355">
                  <a:moveTo>
                    <a:pt x="11448984" y="0"/>
                  </a:moveTo>
                  <a:lnTo>
                    <a:pt x="11340726" y="835793"/>
                  </a:lnTo>
                  <a:lnTo>
                    <a:pt x="11420871" y="1189789"/>
                  </a:lnTo>
                  <a:lnTo>
                    <a:pt x="11356754" y="1801236"/>
                  </a:lnTo>
                  <a:lnTo>
                    <a:pt x="11052201" y="1913870"/>
                  </a:lnTo>
                  <a:lnTo>
                    <a:pt x="10555298" y="2106958"/>
                  </a:lnTo>
                  <a:lnTo>
                    <a:pt x="11436901" y="2123050"/>
                  </a:lnTo>
                  <a:lnTo>
                    <a:pt x="11484987" y="2718406"/>
                  </a:lnTo>
                  <a:lnTo>
                    <a:pt x="11420871" y="3168945"/>
                  </a:lnTo>
                  <a:lnTo>
                    <a:pt x="11468958" y="3844755"/>
                  </a:lnTo>
                  <a:lnTo>
                    <a:pt x="10843823" y="4150479"/>
                  </a:lnTo>
                  <a:lnTo>
                    <a:pt x="11452930" y="4118297"/>
                  </a:lnTo>
                  <a:lnTo>
                    <a:pt x="11372783" y="4681471"/>
                  </a:lnTo>
                  <a:lnTo>
                    <a:pt x="11394977" y="5428741"/>
                  </a:lnTo>
                  <a:lnTo>
                    <a:pt x="11493916" y="6282355"/>
                  </a:lnTo>
                  <a:lnTo>
                    <a:pt x="10650589" y="6282355"/>
                  </a:lnTo>
                  <a:lnTo>
                    <a:pt x="1995744" y="2026506"/>
                  </a:lnTo>
                  <a:lnTo>
                    <a:pt x="0" y="198925"/>
                  </a:lnTo>
                  <a:lnTo>
                    <a:pt x="366274" y="46680"/>
                  </a:lnTo>
                  <a:lnTo>
                    <a:pt x="1514871" y="115234"/>
                  </a:lnTo>
                  <a:lnTo>
                    <a:pt x="2428531" y="95621"/>
                  </a:lnTo>
                  <a:lnTo>
                    <a:pt x="3454631" y="148367"/>
                  </a:lnTo>
                  <a:lnTo>
                    <a:pt x="4688638" y="143892"/>
                  </a:lnTo>
                  <a:lnTo>
                    <a:pt x="5650385" y="111712"/>
                  </a:lnTo>
                  <a:lnTo>
                    <a:pt x="5970968" y="159984"/>
                  </a:lnTo>
                  <a:lnTo>
                    <a:pt x="6271456" y="126182"/>
                  </a:lnTo>
                  <a:lnTo>
                    <a:pt x="6557081" y="115964"/>
                  </a:lnTo>
                  <a:lnTo>
                    <a:pt x="6901273" y="135578"/>
                  </a:lnTo>
                  <a:lnTo>
                    <a:pt x="7477706" y="101169"/>
                  </a:lnTo>
                  <a:lnTo>
                    <a:pt x="8641790" y="98210"/>
                  </a:lnTo>
                  <a:lnTo>
                    <a:pt x="9320130" y="110693"/>
                  </a:lnTo>
                  <a:lnTo>
                    <a:pt x="10103851" y="149747"/>
                  </a:lnTo>
                  <a:lnTo>
                    <a:pt x="10997537" y="28944"/>
                  </a:lnTo>
                  <a:cubicBezTo>
                    <a:pt x="11160719" y="6595"/>
                    <a:pt x="11276277" y="31874"/>
                    <a:pt x="11448984" y="0"/>
                  </a:cubicBez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자유형 36">
              <a:extLst>
                <a:ext uri="{FF2B5EF4-FFF2-40B4-BE49-F238E27FC236}">
                  <a16:creationId xmlns:a16="http://schemas.microsoft.com/office/drawing/2014/main" id="{57FA0CF9-A005-4242-8FA6-A1F348526E00}"/>
                </a:ext>
              </a:extLst>
            </p:cNvPr>
            <p:cNvSpPr/>
            <p:nvPr/>
          </p:nvSpPr>
          <p:spPr>
            <a:xfrm>
              <a:off x="299646" y="705666"/>
              <a:ext cx="11447336" cy="6152335"/>
            </a:xfrm>
            <a:custGeom>
              <a:avLst/>
              <a:gdLst>
                <a:gd name="connsiteX0" fmla="*/ 11393358 w 11447336"/>
                <a:gd name="connsiteY0" fmla="*/ 0 h 6152335"/>
                <a:gd name="connsiteX1" fmla="*/ 11307170 w 11447336"/>
                <a:gd name="connsiteY1" fmla="*/ 1704693 h 6152335"/>
                <a:gd name="connsiteX2" fmla="*/ 10683667 w 11447336"/>
                <a:gd name="connsiteY2" fmla="*/ 2012727 h 6152335"/>
                <a:gd name="connsiteX3" fmla="*/ 11283096 w 11447336"/>
                <a:gd name="connsiteY3" fmla="*/ 2105364 h 6152335"/>
                <a:gd name="connsiteX4" fmla="*/ 11358740 w 11447336"/>
                <a:gd name="connsiteY4" fmla="*/ 2658298 h 6152335"/>
                <a:gd name="connsiteX5" fmla="*/ 11333649 w 11447336"/>
                <a:gd name="connsiteY5" fmla="*/ 3476335 h 6152335"/>
                <a:gd name="connsiteX6" fmla="*/ 11389874 w 11447336"/>
                <a:gd name="connsiteY6" fmla="*/ 3634930 h 6152335"/>
                <a:gd name="connsiteX7" fmla="*/ 11336669 w 11447336"/>
                <a:gd name="connsiteY7" fmla="*/ 3847714 h 6152335"/>
                <a:gd name="connsiteX8" fmla="*/ 10593751 w 11447336"/>
                <a:gd name="connsiteY8" fmla="*/ 4084822 h 6152335"/>
                <a:gd name="connsiteX9" fmla="*/ 11093674 w 11447336"/>
                <a:gd name="connsiteY9" fmla="*/ 4168881 h 6152335"/>
                <a:gd name="connsiteX10" fmla="*/ 11389318 w 11447336"/>
                <a:gd name="connsiteY10" fmla="*/ 4170291 h 6152335"/>
                <a:gd name="connsiteX11" fmla="*/ 11331799 w 11447336"/>
                <a:gd name="connsiteY11" fmla="*/ 4919227 h 6152335"/>
                <a:gd name="connsiteX12" fmla="*/ 11347829 w 11447336"/>
                <a:gd name="connsiteY12" fmla="*/ 5494238 h 6152335"/>
                <a:gd name="connsiteX13" fmla="*/ 11447336 w 11447336"/>
                <a:gd name="connsiteY13" fmla="*/ 6152335 h 6152335"/>
                <a:gd name="connsiteX14" fmla="*/ 0 w 11447336"/>
                <a:gd name="connsiteY14" fmla="*/ 6152335 h 6152335"/>
                <a:gd name="connsiteX15" fmla="*/ 34965 w 11447336"/>
                <a:gd name="connsiteY15" fmla="*/ 5491279 h 6152335"/>
                <a:gd name="connsiteX16" fmla="*/ 18473 w 11447336"/>
                <a:gd name="connsiteY16" fmla="*/ 5063395 h 6152335"/>
                <a:gd name="connsiteX17" fmla="*/ 70044 w 11447336"/>
                <a:gd name="connsiteY17" fmla="*/ 4551453 h 6152335"/>
                <a:gd name="connsiteX18" fmla="*/ 158790 w 11447336"/>
                <a:gd name="connsiteY18" fmla="*/ 4149185 h 6152335"/>
                <a:gd name="connsiteX19" fmla="*/ 73064 w 11447336"/>
                <a:gd name="connsiteY19" fmla="*/ 3985965 h 6152335"/>
                <a:gd name="connsiteX20" fmla="*/ 361097 w 11447336"/>
                <a:gd name="connsiteY20" fmla="*/ 3872683 h 6152335"/>
                <a:gd name="connsiteX21" fmla="*/ 63539 w 11447336"/>
                <a:gd name="connsiteY21" fmla="*/ 3737393 h 6152335"/>
                <a:gd name="connsiteX22" fmla="*/ 147168 w 11447336"/>
                <a:gd name="connsiteY22" fmla="*/ 3190308 h 6152335"/>
                <a:gd name="connsiteX23" fmla="*/ 12431 w 11447336"/>
                <a:gd name="connsiteY23" fmla="*/ 2724972 h 6152335"/>
                <a:gd name="connsiteX24" fmla="*/ 142760 w 11447336"/>
                <a:gd name="connsiteY24" fmla="*/ 2266572 h 6152335"/>
                <a:gd name="connsiteX25" fmla="*/ 1980 w 11447336"/>
                <a:gd name="connsiteY25" fmla="*/ 1968709 h 6152335"/>
                <a:gd name="connsiteX26" fmla="*/ 291185 w 11447336"/>
                <a:gd name="connsiteY26" fmla="*/ 1908971 h 6152335"/>
                <a:gd name="connsiteX27" fmla="*/ 31481 w 11447336"/>
                <a:gd name="connsiteY27" fmla="*/ 1852838 h 6152335"/>
                <a:gd name="connsiteX28" fmla="*/ 130214 w 11447336"/>
                <a:gd name="connsiteY28" fmla="*/ 1323139 h 6152335"/>
                <a:gd name="connsiteX29" fmla="*/ 162735 w 11447336"/>
                <a:gd name="connsiteY29" fmla="*/ 994112 h 6152335"/>
                <a:gd name="connsiteX30" fmla="*/ 94673 w 11447336"/>
                <a:gd name="connsiteY30" fmla="*/ 721865 h 6152335"/>
                <a:gd name="connsiteX31" fmla="*/ 62615 w 11447336"/>
                <a:gd name="connsiteY31" fmla="*/ 319597 h 6152335"/>
                <a:gd name="connsiteX32" fmla="*/ 76085 w 11447336"/>
                <a:gd name="connsiteY32" fmla="*/ 52620 h 6152335"/>
                <a:gd name="connsiteX33" fmla="*/ 2947857 w 11447336"/>
                <a:gd name="connsiteY33" fmla="*/ 158690 h 6152335"/>
                <a:gd name="connsiteX34" fmla="*/ 5994778 w 11447336"/>
                <a:gd name="connsiteY34" fmla="*/ 105147 h 6152335"/>
                <a:gd name="connsiteX35" fmla="*/ 7863220 w 11447336"/>
                <a:gd name="connsiteY35" fmla="*/ 110048 h 6152335"/>
                <a:gd name="connsiteX36" fmla="*/ 9744207 w 11447336"/>
                <a:gd name="connsiteY36" fmla="*/ 144541 h 61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447336" h="6152335">
                  <a:moveTo>
                    <a:pt x="11393358" y="0"/>
                  </a:moveTo>
                  <a:lnTo>
                    <a:pt x="11307170" y="1704693"/>
                  </a:lnTo>
                  <a:lnTo>
                    <a:pt x="10683667" y="2012727"/>
                  </a:lnTo>
                  <a:lnTo>
                    <a:pt x="11283096" y="2105364"/>
                  </a:lnTo>
                  <a:lnTo>
                    <a:pt x="11358740" y="2658298"/>
                  </a:lnTo>
                  <a:lnTo>
                    <a:pt x="11333649" y="3476335"/>
                  </a:lnTo>
                  <a:lnTo>
                    <a:pt x="11389874" y="3634930"/>
                  </a:lnTo>
                  <a:lnTo>
                    <a:pt x="11336669" y="3847714"/>
                  </a:lnTo>
                  <a:lnTo>
                    <a:pt x="10593751" y="4084822"/>
                  </a:lnTo>
                  <a:lnTo>
                    <a:pt x="11093674" y="4168881"/>
                  </a:lnTo>
                  <a:lnTo>
                    <a:pt x="11389318" y="4170291"/>
                  </a:lnTo>
                  <a:lnTo>
                    <a:pt x="11331799" y="4919227"/>
                  </a:lnTo>
                  <a:lnTo>
                    <a:pt x="11347829" y="5494238"/>
                  </a:lnTo>
                  <a:lnTo>
                    <a:pt x="11447336" y="6152335"/>
                  </a:lnTo>
                  <a:lnTo>
                    <a:pt x="0" y="6152335"/>
                  </a:lnTo>
                  <a:lnTo>
                    <a:pt x="34965" y="5491279"/>
                  </a:lnTo>
                  <a:lnTo>
                    <a:pt x="18473" y="5063395"/>
                  </a:lnTo>
                  <a:lnTo>
                    <a:pt x="70044" y="4551453"/>
                  </a:lnTo>
                  <a:lnTo>
                    <a:pt x="158790" y="4149185"/>
                  </a:lnTo>
                  <a:lnTo>
                    <a:pt x="73064" y="3985965"/>
                  </a:lnTo>
                  <a:lnTo>
                    <a:pt x="361097" y="3872683"/>
                  </a:lnTo>
                  <a:lnTo>
                    <a:pt x="63539" y="3737393"/>
                  </a:lnTo>
                  <a:lnTo>
                    <a:pt x="147168" y="3190308"/>
                  </a:lnTo>
                  <a:lnTo>
                    <a:pt x="12431" y="2724972"/>
                  </a:lnTo>
                  <a:lnTo>
                    <a:pt x="142760" y="2266572"/>
                  </a:lnTo>
                  <a:lnTo>
                    <a:pt x="1980" y="1968709"/>
                  </a:lnTo>
                  <a:lnTo>
                    <a:pt x="291185" y="1908971"/>
                  </a:lnTo>
                  <a:lnTo>
                    <a:pt x="31481" y="1852838"/>
                  </a:lnTo>
                  <a:lnTo>
                    <a:pt x="130214" y="1323139"/>
                  </a:lnTo>
                  <a:lnTo>
                    <a:pt x="162735" y="994112"/>
                  </a:lnTo>
                  <a:lnTo>
                    <a:pt x="94673" y="721865"/>
                  </a:lnTo>
                  <a:lnTo>
                    <a:pt x="62615" y="319597"/>
                  </a:lnTo>
                  <a:lnTo>
                    <a:pt x="76085" y="52620"/>
                  </a:lnTo>
                  <a:lnTo>
                    <a:pt x="2947857" y="158690"/>
                  </a:lnTo>
                  <a:lnTo>
                    <a:pt x="5994778" y="105147"/>
                  </a:lnTo>
                  <a:lnTo>
                    <a:pt x="7863220" y="110048"/>
                  </a:lnTo>
                  <a:lnTo>
                    <a:pt x="9744207" y="144541"/>
                  </a:ln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976A80-8E84-4AFD-A03C-CFC65AD1BDF1}"/>
                </a:ext>
              </a:extLst>
            </p:cNvPr>
            <p:cNvSpPr/>
            <p:nvPr/>
          </p:nvSpPr>
          <p:spPr>
            <a:xfrm>
              <a:off x="11717153" y="575645"/>
              <a:ext cx="149837" cy="143932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0DAE53-28D2-4E04-8C86-ECB6E88C6E11}"/>
                </a:ext>
              </a:extLst>
            </p:cNvPr>
            <p:cNvSpPr/>
            <p:nvPr/>
          </p:nvSpPr>
          <p:spPr>
            <a:xfrm>
              <a:off x="11527708" y="2705101"/>
              <a:ext cx="359490" cy="95250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9AC080A-427E-4145-8CE6-5FB0B0B111AA}"/>
                </a:ext>
              </a:extLst>
            </p:cNvPr>
            <p:cNvSpPr/>
            <p:nvPr/>
          </p:nvSpPr>
          <p:spPr>
            <a:xfrm>
              <a:off x="11689519" y="4665783"/>
              <a:ext cx="197679" cy="217346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CC290D-F882-4AC2-A8B1-E43AB3BCBF40}"/>
                </a:ext>
              </a:extLst>
            </p:cNvPr>
            <p:cNvGrpSpPr/>
            <p:nvPr/>
          </p:nvGrpSpPr>
          <p:grpSpPr>
            <a:xfrm rot="16200000">
              <a:off x="932618" y="582190"/>
              <a:ext cx="39755" cy="752591"/>
              <a:chOff x="1079500" y="1271035"/>
              <a:chExt cx="39755" cy="752591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122FC40-918F-4EE8-85A9-1F35BFF3B2A3}"/>
                  </a:ext>
                </a:extLst>
              </p:cNvPr>
              <p:cNvSpPr/>
              <p:nvPr/>
            </p:nvSpPr>
            <p:spPr>
              <a:xfrm>
                <a:off x="1079500" y="1411626"/>
                <a:ext cx="26236" cy="61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36" h="895350">
                    <a:moveTo>
                      <a:pt x="0" y="0"/>
                    </a:moveTo>
                    <a:cubicBezTo>
                      <a:pt x="3175" y="161925"/>
                      <a:pt x="5208" y="323876"/>
                      <a:pt x="9525" y="485775"/>
                    </a:cubicBezTo>
                    <a:cubicBezTo>
                      <a:pt x="11558" y="562014"/>
                      <a:pt x="13803" y="638290"/>
                      <a:pt x="19050" y="714375"/>
                    </a:cubicBezTo>
                    <a:cubicBezTo>
                      <a:pt x="31688" y="897631"/>
                      <a:pt x="23812" y="713803"/>
                      <a:pt x="23812" y="89535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AA65A7FD-618B-4D82-9D9B-1280A8472C95}"/>
                  </a:ext>
                </a:extLst>
              </p:cNvPr>
              <p:cNvSpPr/>
              <p:nvPr/>
            </p:nvSpPr>
            <p:spPr>
              <a:xfrm>
                <a:off x="1112835" y="1271035"/>
                <a:ext cx="6420" cy="378619"/>
              </a:xfrm>
              <a:custGeom>
                <a:avLst/>
                <a:gdLst>
                  <a:gd name="connsiteX0" fmla="*/ 32827 w 32827"/>
                  <a:gd name="connsiteY0" fmla="*/ 0 h 381000"/>
                  <a:gd name="connsiteX1" fmla="*/ 13777 w 32827"/>
                  <a:gd name="connsiteY1" fmla="*/ 381000 h 381000"/>
                  <a:gd name="connsiteX0" fmla="*/ 31090 w 31090"/>
                  <a:gd name="connsiteY0" fmla="*/ 0 h 383381"/>
                  <a:gd name="connsiteX1" fmla="*/ 16803 w 31090"/>
                  <a:gd name="connsiteY1" fmla="*/ 383381 h 383381"/>
                  <a:gd name="connsiteX0" fmla="*/ 14287 w 14287"/>
                  <a:gd name="connsiteY0" fmla="*/ 0 h 383381"/>
                  <a:gd name="connsiteX1" fmla="*/ 0 w 14287"/>
                  <a:gd name="connsiteY1" fmla="*/ 383381 h 383381"/>
                  <a:gd name="connsiteX0" fmla="*/ 4038 w 6420"/>
                  <a:gd name="connsiteY0" fmla="*/ 0 h 378619"/>
                  <a:gd name="connsiteX1" fmla="*/ 6420 w 6420"/>
                  <a:gd name="connsiteY1" fmla="*/ 378619 h 378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0" h="378619">
                    <a:moveTo>
                      <a:pt x="4038" y="0"/>
                    </a:moveTo>
                    <a:cubicBezTo>
                      <a:pt x="-6276" y="160327"/>
                      <a:pt x="6420" y="28146"/>
                      <a:pt x="6420" y="378619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A63A572-1A8C-4C7D-B7E6-2580A63AC24E}"/>
                </a:ext>
              </a:extLst>
            </p:cNvPr>
            <p:cNvGrpSpPr/>
            <p:nvPr/>
          </p:nvGrpSpPr>
          <p:grpSpPr>
            <a:xfrm>
              <a:off x="11326182" y="6214865"/>
              <a:ext cx="175911" cy="505119"/>
              <a:chOff x="434596" y="6400233"/>
              <a:chExt cx="71115" cy="247061"/>
            </a:xfrm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E6D3D0A-253E-4970-B5D6-A7E431629831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649F4E3-B00B-4AD7-8514-7E87664056F7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1A8E493D-62EB-4332-8EDE-C7CB259CFF52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D9529E1-D42E-448B-8CCB-7A75456D4D59}"/>
                </a:ext>
              </a:extLst>
            </p:cNvPr>
            <p:cNvSpPr/>
            <p:nvPr/>
          </p:nvSpPr>
          <p:spPr>
            <a:xfrm>
              <a:off x="11078229" y="2852716"/>
              <a:ext cx="461963" cy="133350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3" h="133350">
                  <a:moveTo>
                    <a:pt x="0" y="0"/>
                  </a:moveTo>
                  <a:lnTo>
                    <a:pt x="161925" y="80963"/>
                  </a:lnTo>
                  <a:lnTo>
                    <a:pt x="271463" y="76200"/>
                  </a:lnTo>
                  <a:lnTo>
                    <a:pt x="400050" y="123825"/>
                  </a:lnTo>
                  <a:lnTo>
                    <a:pt x="461963" y="133350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BC2D12F-ADCA-4B6A-BB59-CB94601BD574}"/>
                </a:ext>
              </a:extLst>
            </p:cNvPr>
            <p:cNvSpPr/>
            <p:nvPr/>
          </p:nvSpPr>
          <p:spPr>
            <a:xfrm>
              <a:off x="11130617" y="2840809"/>
              <a:ext cx="371476" cy="107157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219076 w 409576"/>
                <a:gd name="connsiteY2" fmla="*/ 21432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21469 w 409576"/>
                <a:gd name="connsiteY3" fmla="*/ 73820 h 78582"/>
                <a:gd name="connsiteX4" fmla="*/ 409576 w 409576"/>
                <a:gd name="connsiteY4" fmla="*/ 78582 h 78582"/>
                <a:gd name="connsiteX0" fmla="*/ 0 w 371476"/>
                <a:gd name="connsiteY0" fmla="*/ 0 h 107157"/>
                <a:gd name="connsiteX1" fmla="*/ 109538 w 371476"/>
                <a:gd name="connsiteY1" fmla="*/ 26195 h 107157"/>
                <a:gd name="connsiteX2" fmla="*/ 169070 w 371476"/>
                <a:gd name="connsiteY2" fmla="*/ 52388 h 107157"/>
                <a:gd name="connsiteX3" fmla="*/ 321469 w 371476"/>
                <a:gd name="connsiteY3" fmla="*/ 73820 h 107157"/>
                <a:gd name="connsiteX4" fmla="*/ 371476 w 371476"/>
                <a:gd name="connsiteY4" fmla="*/ 107157 h 1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6" h="107157">
                  <a:moveTo>
                    <a:pt x="0" y="0"/>
                  </a:moveTo>
                  <a:lnTo>
                    <a:pt x="109538" y="26195"/>
                  </a:lnTo>
                  <a:lnTo>
                    <a:pt x="169070" y="52388"/>
                  </a:lnTo>
                  <a:lnTo>
                    <a:pt x="321469" y="73820"/>
                  </a:lnTo>
                  <a:lnTo>
                    <a:pt x="371476" y="107157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5C22A66-4BD6-4A61-8611-EC9AE73ED015}"/>
                </a:ext>
              </a:extLst>
            </p:cNvPr>
            <p:cNvGrpSpPr/>
            <p:nvPr/>
          </p:nvGrpSpPr>
          <p:grpSpPr>
            <a:xfrm rot="14400000">
              <a:off x="11227662" y="2110208"/>
              <a:ext cx="184006" cy="505119"/>
              <a:chOff x="434596" y="6400233"/>
              <a:chExt cx="71115" cy="247061"/>
            </a:xfrm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52A17C83-1F4A-4C18-9E8F-080B62F82E38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9D77A2D2-61FC-450B-8D15-41C6A4C00A48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0B38EF07-DBBD-4BA6-BB52-33AF28E92BEE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20B0F07-907D-4B57-AF89-636360A0814B}"/>
                </a:ext>
              </a:extLst>
            </p:cNvPr>
            <p:cNvGrpSpPr/>
            <p:nvPr/>
          </p:nvGrpSpPr>
          <p:grpSpPr>
            <a:xfrm>
              <a:off x="1642189" y="896187"/>
              <a:ext cx="138113" cy="138113"/>
              <a:chOff x="1642189" y="715212"/>
              <a:chExt cx="138113" cy="138113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148DE425-6692-429E-BEC3-B43568C559D8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원호 2">
                <a:extLst>
                  <a:ext uri="{FF2B5EF4-FFF2-40B4-BE49-F238E27FC236}">
                    <a16:creationId xmlns:a16="http://schemas.microsoft.com/office/drawing/2014/main" id="{178977BF-A2FD-44C4-9503-C15A735FC3A1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7410E80-F496-45A9-82BE-B71F46A4F907}"/>
                </a:ext>
              </a:extLst>
            </p:cNvPr>
            <p:cNvGrpSpPr/>
            <p:nvPr/>
          </p:nvGrpSpPr>
          <p:grpSpPr>
            <a:xfrm>
              <a:off x="10408748" y="1117210"/>
              <a:ext cx="138113" cy="138113"/>
              <a:chOff x="1642189" y="715212"/>
              <a:chExt cx="138113" cy="138113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01EA608B-1DDA-4437-AFE1-F94F1A067D34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원호 59">
                <a:extLst>
                  <a:ext uri="{FF2B5EF4-FFF2-40B4-BE49-F238E27FC236}">
                    <a16:creationId xmlns:a16="http://schemas.microsoft.com/office/drawing/2014/main" id="{2AFA24A5-11CC-407A-B81F-67A8C2A75492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B5B866-B526-264A-A3D2-221878E50A5A}"/>
              </a:ext>
            </a:extLst>
          </p:cNvPr>
          <p:cNvSpPr txBox="1"/>
          <p:nvPr/>
        </p:nvSpPr>
        <p:spPr>
          <a:xfrm>
            <a:off x="1381179" y="511062"/>
            <a:ext cx="896506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r>
              <a:rPr lang="en-US" altLang="ko-KR" b="1" i="1" kern="0" dirty="0"/>
              <a:t>3.</a:t>
            </a:r>
            <a:r>
              <a:rPr lang="ko-KR" altLang="en-US" b="1" i="1" kern="0" dirty="0"/>
              <a:t> 모델 설명</a:t>
            </a:r>
            <a:endParaRPr lang="en-US" altLang="ko-KR" b="1" i="1" kern="0" dirty="0"/>
          </a:p>
          <a:p>
            <a:endParaRPr lang="en-US" altLang="ko-KR" b="1" i="1" kern="0" dirty="0"/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/>
              <a:t> </a:t>
            </a:r>
            <a:r>
              <a:rPr lang="en-US" altLang="ko-KR" dirty="0"/>
              <a:t>* </a:t>
            </a:r>
            <a:r>
              <a:rPr lang="ko-KR" altLang="en-US" dirty="0" err="1"/>
              <a:t>지도학습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b="1" i="1" kern="0" dirty="0"/>
              <a:t> </a:t>
            </a:r>
            <a:r>
              <a:rPr lang="en-US" altLang="ko-Kore-KR" dirty="0" err="1"/>
              <a:t>kNN</a:t>
            </a:r>
            <a:r>
              <a:rPr lang="en-US" altLang="ko-Kore-KR" dirty="0"/>
              <a:t> (k-Nearest Neighbor)</a:t>
            </a:r>
            <a:r>
              <a:rPr lang="ko-KR" altLang="en-US" dirty="0"/>
              <a:t> 알고리즘 사용</a:t>
            </a:r>
            <a:endParaRPr lang="en-US" altLang="ko-KR" dirty="0"/>
          </a:p>
          <a:p>
            <a:pPr fontAlgn="base"/>
            <a:endParaRPr lang="en-US" altLang="ko-KR" i="1" kern="0" dirty="0"/>
          </a:p>
          <a:p>
            <a:pPr fontAlgn="base"/>
            <a:r>
              <a:rPr lang="ko-KR" altLang="en-US" i="1" kern="0" dirty="0"/>
              <a:t> </a:t>
            </a:r>
            <a:r>
              <a:rPr lang="en-US" altLang="ko-KR" i="1" kern="0" dirty="0"/>
              <a:t>* </a:t>
            </a:r>
            <a:r>
              <a:rPr lang="ko-KR" altLang="en-US" kern="0" dirty="0"/>
              <a:t>모델 목표</a:t>
            </a:r>
            <a:r>
              <a:rPr lang="en-US" altLang="ko-KR" kern="0" dirty="0"/>
              <a:t>:</a:t>
            </a:r>
            <a:r>
              <a:rPr lang="ko-KR" altLang="en-US" kern="0" dirty="0"/>
              <a:t> 키와 몸무게 입력으로 비만도 예측</a:t>
            </a:r>
            <a:endParaRPr lang="en-US" altLang="ko-KR" kern="0" dirty="0"/>
          </a:p>
          <a:p>
            <a:pPr fontAlgn="base"/>
            <a:endParaRPr lang="en-US" altLang="ko-KR" i="1" kern="0" dirty="0"/>
          </a:p>
          <a:p>
            <a:pPr fontAlgn="base"/>
            <a:r>
              <a:rPr lang="ko-KR" altLang="en-US" i="1" kern="0" dirty="0"/>
              <a:t> </a:t>
            </a:r>
            <a:r>
              <a:rPr lang="en-US" altLang="ko-KR" i="1" kern="0" dirty="0"/>
              <a:t>* </a:t>
            </a:r>
            <a:r>
              <a:rPr lang="ko-KR" altLang="en-US" kern="0" dirty="0"/>
              <a:t>모델 </a:t>
            </a:r>
            <a:r>
              <a:rPr lang="ko-KR" altLang="en-US" kern="0" dirty="0" err="1"/>
              <a:t>파라미터</a:t>
            </a:r>
            <a:r>
              <a:rPr lang="en-US" altLang="ko-KR" kern="0" dirty="0"/>
              <a:t>:</a:t>
            </a:r>
            <a:r>
              <a:rPr lang="ko-KR" altLang="en-US" kern="0" dirty="0"/>
              <a:t> </a:t>
            </a:r>
            <a:r>
              <a:rPr lang="en-US" altLang="ko-KR" kern="0" dirty="0"/>
              <a:t>k = 5 (</a:t>
            </a:r>
            <a:r>
              <a:rPr lang="ko-KR" altLang="en-US" kern="0" dirty="0"/>
              <a:t>거리는 기본값인 </a:t>
            </a:r>
            <a:r>
              <a:rPr lang="ko-KR" altLang="en-US" kern="0" dirty="0" err="1"/>
              <a:t>유클리디안</a:t>
            </a:r>
            <a:r>
              <a:rPr lang="ko-KR" altLang="en-US" kern="0" dirty="0"/>
              <a:t> 거리 사용</a:t>
            </a:r>
            <a:r>
              <a:rPr lang="en-US" altLang="ko-KR" kern="0" dirty="0"/>
              <a:t>)</a:t>
            </a:r>
          </a:p>
          <a:p>
            <a:pPr fontAlgn="base"/>
            <a:endParaRPr lang="en-US" altLang="ko-KR" dirty="0"/>
          </a:p>
          <a:p>
            <a:pPr fontAlgn="base"/>
            <a:r>
              <a:rPr lang="en-US" altLang="ko-Kore-KR" sz="1400" dirty="0"/>
              <a:t>		</a:t>
            </a:r>
            <a:endParaRPr lang="en-US" altLang="ko-KR" i="1" kern="0" dirty="0"/>
          </a:p>
          <a:p>
            <a:r>
              <a:rPr lang="en-US" altLang="ko-KR" b="1" i="1" kern="0" dirty="0"/>
              <a:t> </a:t>
            </a:r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kumimoji="1" lang="ko-Kore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3D35B63-673E-9846-A005-63CA10B591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477" y="3735955"/>
            <a:ext cx="3614400" cy="1799443"/>
          </a:xfrm>
          <a:prstGeom prst="rect">
            <a:avLst/>
          </a:prstGeom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171DF6FC-76FD-1D45-AA3E-9A11469AE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47" y="3737944"/>
            <a:ext cx="3615517" cy="1800000"/>
          </a:xfrm>
          <a:prstGeom prst="rect">
            <a:avLst/>
          </a:prstGeom>
        </p:spPr>
      </p:pic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5746A83A-D2EA-6C49-85AA-21E81023A1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104" y="3735955"/>
            <a:ext cx="3615517" cy="180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6924FEC-4BDF-D540-8F34-F7CEA5C755D7}"/>
              </a:ext>
            </a:extLst>
          </p:cNvPr>
          <p:cNvSpPr txBox="1"/>
          <p:nvPr/>
        </p:nvSpPr>
        <p:spPr>
          <a:xfrm>
            <a:off x="727613" y="5434362"/>
            <a:ext cx="10774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200" dirty="0"/>
              <a:t>K = 3,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score = 0.89			</a:t>
            </a:r>
            <a:r>
              <a:rPr kumimoji="1" lang="en-US" altLang="ko-Kore-KR" sz="1200" dirty="0"/>
              <a:t>K = 5,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score = 0.93			</a:t>
            </a:r>
            <a:r>
              <a:rPr kumimoji="1" lang="en-US" altLang="ko-Kore-KR" sz="1200" dirty="0"/>
              <a:t>K = 7,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score = 0.93</a:t>
            </a:r>
            <a:r>
              <a:rPr kumimoji="1" lang="en-US" altLang="ko-Kore-KR" dirty="0"/>
              <a:t>									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6470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99646" y="292942"/>
            <a:ext cx="11596484" cy="6565061"/>
            <a:chOff x="299646" y="292942"/>
            <a:chExt cx="11596484" cy="656506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10134543" y="319656"/>
              <a:ext cx="723383" cy="6538347"/>
              <a:chOff x="1352940" y="111967"/>
              <a:chExt cx="723383" cy="6547377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79425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47375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1352940" y="292942"/>
              <a:ext cx="723383" cy="6565060"/>
              <a:chOff x="1352940" y="111967"/>
              <a:chExt cx="723383" cy="6565060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97108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65058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" name="자유형 47">
              <a:extLst>
                <a:ext uri="{FF2B5EF4-FFF2-40B4-BE49-F238E27FC236}">
                  <a16:creationId xmlns:a16="http://schemas.microsoft.com/office/drawing/2014/main" id="{C994FB7E-B653-4867-9E6B-9D580EE53B31}"/>
                </a:ext>
              </a:extLst>
            </p:cNvPr>
            <p:cNvSpPr/>
            <p:nvPr/>
          </p:nvSpPr>
          <p:spPr>
            <a:xfrm>
              <a:off x="402214" y="575646"/>
              <a:ext cx="11493916" cy="6282355"/>
            </a:xfrm>
            <a:custGeom>
              <a:avLst/>
              <a:gdLst>
                <a:gd name="connsiteX0" fmla="*/ 11448984 w 11493916"/>
                <a:gd name="connsiteY0" fmla="*/ 0 h 6282355"/>
                <a:gd name="connsiteX1" fmla="*/ 11340726 w 11493916"/>
                <a:gd name="connsiteY1" fmla="*/ 835793 h 6282355"/>
                <a:gd name="connsiteX2" fmla="*/ 11420871 w 11493916"/>
                <a:gd name="connsiteY2" fmla="*/ 1189789 h 6282355"/>
                <a:gd name="connsiteX3" fmla="*/ 11356754 w 11493916"/>
                <a:gd name="connsiteY3" fmla="*/ 1801236 h 6282355"/>
                <a:gd name="connsiteX4" fmla="*/ 11052201 w 11493916"/>
                <a:gd name="connsiteY4" fmla="*/ 1913870 h 6282355"/>
                <a:gd name="connsiteX5" fmla="*/ 10555298 w 11493916"/>
                <a:gd name="connsiteY5" fmla="*/ 2106958 h 6282355"/>
                <a:gd name="connsiteX6" fmla="*/ 11436901 w 11493916"/>
                <a:gd name="connsiteY6" fmla="*/ 2123050 h 6282355"/>
                <a:gd name="connsiteX7" fmla="*/ 11484987 w 11493916"/>
                <a:gd name="connsiteY7" fmla="*/ 2718406 h 6282355"/>
                <a:gd name="connsiteX8" fmla="*/ 11420871 w 11493916"/>
                <a:gd name="connsiteY8" fmla="*/ 3168945 h 6282355"/>
                <a:gd name="connsiteX9" fmla="*/ 11468958 w 11493916"/>
                <a:gd name="connsiteY9" fmla="*/ 3844755 h 6282355"/>
                <a:gd name="connsiteX10" fmla="*/ 10843823 w 11493916"/>
                <a:gd name="connsiteY10" fmla="*/ 4150479 h 6282355"/>
                <a:gd name="connsiteX11" fmla="*/ 11452930 w 11493916"/>
                <a:gd name="connsiteY11" fmla="*/ 4118297 h 6282355"/>
                <a:gd name="connsiteX12" fmla="*/ 11372783 w 11493916"/>
                <a:gd name="connsiteY12" fmla="*/ 4681471 h 6282355"/>
                <a:gd name="connsiteX13" fmla="*/ 11394977 w 11493916"/>
                <a:gd name="connsiteY13" fmla="*/ 5428741 h 6282355"/>
                <a:gd name="connsiteX14" fmla="*/ 11493916 w 11493916"/>
                <a:gd name="connsiteY14" fmla="*/ 6282355 h 6282355"/>
                <a:gd name="connsiteX15" fmla="*/ 10650589 w 11493916"/>
                <a:gd name="connsiteY15" fmla="*/ 6282355 h 6282355"/>
                <a:gd name="connsiteX16" fmla="*/ 1995744 w 11493916"/>
                <a:gd name="connsiteY16" fmla="*/ 2026506 h 6282355"/>
                <a:gd name="connsiteX17" fmla="*/ 0 w 11493916"/>
                <a:gd name="connsiteY17" fmla="*/ 198925 h 6282355"/>
                <a:gd name="connsiteX18" fmla="*/ 366274 w 11493916"/>
                <a:gd name="connsiteY18" fmla="*/ 46680 h 6282355"/>
                <a:gd name="connsiteX19" fmla="*/ 1514871 w 11493916"/>
                <a:gd name="connsiteY19" fmla="*/ 115234 h 6282355"/>
                <a:gd name="connsiteX20" fmla="*/ 2428531 w 11493916"/>
                <a:gd name="connsiteY20" fmla="*/ 95621 h 6282355"/>
                <a:gd name="connsiteX21" fmla="*/ 3454631 w 11493916"/>
                <a:gd name="connsiteY21" fmla="*/ 148367 h 6282355"/>
                <a:gd name="connsiteX22" fmla="*/ 4688638 w 11493916"/>
                <a:gd name="connsiteY22" fmla="*/ 143892 h 6282355"/>
                <a:gd name="connsiteX23" fmla="*/ 5650385 w 11493916"/>
                <a:gd name="connsiteY23" fmla="*/ 111712 h 6282355"/>
                <a:gd name="connsiteX24" fmla="*/ 5970968 w 11493916"/>
                <a:gd name="connsiteY24" fmla="*/ 159984 h 6282355"/>
                <a:gd name="connsiteX25" fmla="*/ 6271456 w 11493916"/>
                <a:gd name="connsiteY25" fmla="*/ 126182 h 6282355"/>
                <a:gd name="connsiteX26" fmla="*/ 6557081 w 11493916"/>
                <a:gd name="connsiteY26" fmla="*/ 115964 h 6282355"/>
                <a:gd name="connsiteX27" fmla="*/ 6901273 w 11493916"/>
                <a:gd name="connsiteY27" fmla="*/ 135578 h 6282355"/>
                <a:gd name="connsiteX28" fmla="*/ 7477706 w 11493916"/>
                <a:gd name="connsiteY28" fmla="*/ 101169 h 6282355"/>
                <a:gd name="connsiteX29" fmla="*/ 8641790 w 11493916"/>
                <a:gd name="connsiteY29" fmla="*/ 98210 h 6282355"/>
                <a:gd name="connsiteX30" fmla="*/ 9320130 w 11493916"/>
                <a:gd name="connsiteY30" fmla="*/ 110693 h 6282355"/>
                <a:gd name="connsiteX31" fmla="*/ 10103851 w 11493916"/>
                <a:gd name="connsiteY31" fmla="*/ 149747 h 6282355"/>
                <a:gd name="connsiteX32" fmla="*/ 10997537 w 11493916"/>
                <a:gd name="connsiteY32" fmla="*/ 28944 h 6282355"/>
                <a:gd name="connsiteX33" fmla="*/ 11448984 w 11493916"/>
                <a:gd name="connsiteY33" fmla="*/ 0 h 628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493916" h="6282355">
                  <a:moveTo>
                    <a:pt x="11448984" y="0"/>
                  </a:moveTo>
                  <a:lnTo>
                    <a:pt x="11340726" y="835793"/>
                  </a:lnTo>
                  <a:lnTo>
                    <a:pt x="11420871" y="1189789"/>
                  </a:lnTo>
                  <a:lnTo>
                    <a:pt x="11356754" y="1801236"/>
                  </a:lnTo>
                  <a:lnTo>
                    <a:pt x="11052201" y="1913870"/>
                  </a:lnTo>
                  <a:lnTo>
                    <a:pt x="10555298" y="2106958"/>
                  </a:lnTo>
                  <a:lnTo>
                    <a:pt x="11436901" y="2123050"/>
                  </a:lnTo>
                  <a:lnTo>
                    <a:pt x="11484987" y="2718406"/>
                  </a:lnTo>
                  <a:lnTo>
                    <a:pt x="11420871" y="3168945"/>
                  </a:lnTo>
                  <a:lnTo>
                    <a:pt x="11468958" y="3844755"/>
                  </a:lnTo>
                  <a:lnTo>
                    <a:pt x="10843823" y="4150479"/>
                  </a:lnTo>
                  <a:lnTo>
                    <a:pt x="11452930" y="4118297"/>
                  </a:lnTo>
                  <a:lnTo>
                    <a:pt x="11372783" y="4681471"/>
                  </a:lnTo>
                  <a:lnTo>
                    <a:pt x="11394977" y="5428741"/>
                  </a:lnTo>
                  <a:lnTo>
                    <a:pt x="11493916" y="6282355"/>
                  </a:lnTo>
                  <a:lnTo>
                    <a:pt x="10650589" y="6282355"/>
                  </a:lnTo>
                  <a:lnTo>
                    <a:pt x="1995744" y="2026506"/>
                  </a:lnTo>
                  <a:lnTo>
                    <a:pt x="0" y="198925"/>
                  </a:lnTo>
                  <a:lnTo>
                    <a:pt x="366274" y="46680"/>
                  </a:lnTo>
                  <a:lnTo>
                    <a:pt x="1514871" y="115234"/>
                  </a:lnTo>
                  <a:lnTo>
                    <a:pt x="2428531" y="95621"/>
                  </a:lnTo>
                  <a:lnTo>
                    <a:pt x="3454631" y="148367"/>
                  </a:lnTo>
                  <a:lnTo>
                    <a:pt x="4688638" y="143892"/>
                  </a:lnTo>
                  <a:lnTo>
                    <a:pt x="5650385" y="111712"/>
                  </a:lnTo>
                  <a:lnTo>
                    <a:pt x="5970968" y="159984"/>
                  </a:lnTo>
                  <a:lnTo>
                    <a:pt x="6271456" y="126182"/>
                  </a:lnTo>
                  <a:lnTo>
                    <a:pt x="6557081" y="115964"/>
                  </a:lnTo>
                  <a:lnTo>
                    <a:pt x="6901273" y="135578"/>
                  </a:lnTo>
                  <a:lnTo>
                    <a:pt x="7477706" y="101169"/>
                  </a:lnTo>
                  <a:lnTo>
                    <a:pt x="8641790" y="98210"/>
                  </a:lnTo>
                  <a:lnTo>
                    <a:pt x="9320130" y="110693"/>
                  </a:lnTo>
                  <a:lnTo>
                    <a:pt x="10103851" y="149747"/>
                  </a:lnTo>
                  <a:lnTo>
                    <a:pt x="10997537" y="28944"/>
                  </a:lnTo>
                  <a:cubicBezTo>
                    <a:pt x="11160719" y="6595"/>
                    <a:pt x="11276277" y="31874"/>
                    <a:pt x="11448984" y="0"/>
                  </a:cubicBez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자유형 36">
              <a:extLst>
                <a:ext uri="{FF2B5EF4-FFF2-40B4-BE49-F238E27FC236}">
                  <a16:creationId xmlns:a16="http://schemas.microsoft.com/office/drawing/2014/main" id="{57FA0CF9-A005-4242-8FA6-A1F348526E00}"/>
                </a:ext>
              </a:extLst>
            </p:cNvPr>
            <p:cNvSpPr/>
            <p:nvPr/>
          </p:nvSpPr>
          <p:spPr>
            <a:xfrm>
              <a:off x="299646" y="705666"/>
              <a:ext cx="11447336" cy="6152335"/>
            </a:xfrm>
            <a:custGeom>
              <a:avLst/>
              <a:gdLst>
                <a:gd name="connsiteX0" fmla="*/ 11393358 w 11447336"/>
                <a:gd name="connsiteY0" fmla="*/ 0 h 6152335"/>
                <a:gd name="connsiteX1" fmla="*/ 11307170 w 11447336"/>
                <a:gd name="connsiteY1" fmla="*/ 1704693 h 6152335"/>
                <a:gd name="connsiteX2" fmla="*/ 10683667 w 11447336"/>
                <a:gd name="connsiteY2" fmla="*/ 2012727 h 6152335"/>
                <a:gd name="connsiteX3" fmla="*/ 11283096 w 11447336"/>
                <a:gd name="connsiteY3" fmla="*/ 2105364 h 6152335"/>
                <a:gd name="connsiteX4" fmla="*/ 11358740 w 11447336"/>
                <a:gd name="connsiteY4" fmla="*/ 2658298 h 6152335"/>
                <a:gd name="connsiteX5" fmla="*/ 11333649 w 11447336"/>
                <a:gd name="connsiteY5" fmla="*/ 3476335 h 6152335"/>
                <a:gd name="connsiteX6" fmla="*/ 11389874 w 11447336"/>
                <a:gd name="connsiteY6" fmla="*/ 3634930 h 6152335"/>
                <a:gd name="connsiteX7" fmla="*/ 11336669 w 11447336"/>
                <a:gd name="connsiteY7" fmla="*/ 3847714 h 6152335"/>
                <a:gd name="connsiteX8" fmla="*/ 10593751 w 11447336"/>
                <a:gd name="connsiteY8" fmla="*/ 4084822 h 6152335"/>
                <a:gd name="connsiteX9" fmla="*/ 11093674 w 11447336"/>
                <a:gd name="connsiteY9" fmla="*/ 4168881 h 6152335"/>
                <a:gd name="connsiteX10" fmla="*/ 11389318 w 11447336"/>
                <a:gd name="connsiteY10" fmla="*/ 4170291 h 6152335"/>
                <a:gd name="connsiteX11" fmla="*/ 11331799 w 11447336"/>
                <a:gd name="connsiteY11" fmla="*/ 4919227 h 6152335"/>
                <a:gd name="connsiteX12" fmla="*/ 11347829 w 11447336"/>
                <a:gd name="connsiteY12" fmla="*/ 5494238 h 6152335"/>
                <a:gd name="connsiteX13" fmla="*/ 11447336 w 11447336"/>
                <a:gd name="connsiteY13" fmla="*/ 6152335 h 6152335"/>
                <a:gd name="connsiteX14" fmla="*/ 0 w 11447336"/>
                <a:gd name="connsiteY14" fmla="*/ 6152335 h 6152335"/>
                <a:gd name="connsiteX15" fmla="*/ 34965 w 11447336"/>
                <a:gd name="connsiteY15" fmla="*/ 5491279 h 6152335"/>
                <a:gd name="connsiteX16" fmla="*/ 18473 w 11447336"/>
                <a:gd name="connsiteY16" fmla="*/ 5063395 h 6152335"/>
                <a:gd name="connsiteX17" fmla="*/ 70044 w 11447336"/>
                <a:gd name="connsiteY17" fmla="*/ 4551453 h 6152335"/>
                <a:gd name="connsiteX18" fmla="*/ 158790 w 11447336"/>
                <a:gd name="connsiteY18" fmla="*/ 4149185 h 6152335"/>
                <a:gd name="connsiteX19" fmla="*/ 73064 w 11447336"/>
                <a:gd name="connsiteY19" fmla="*/ 3985965 h 6152335"/>
                <a:gd name="connsiteX20" fmla="*/ 361097 w 11447336"/>
                <a:gd name="connsiteY20" fmla="*/ 3872683 h 6152335"/>
                <a:gd name="connsiteX21" fmla="*/ 63539 w 11447336"/>
                <a:gd name="connsiteY21" fmla="*/ 3737393 h 6152335"/>
                <a:gd name="connsiteX22" fmla="*/ 147168 w 11447336"/>
                <a:gd name="connsiteY22" fmla="*/ 3190308 h 6152335"/>
                <a:gd name="connsiteX23" fmla="*/ 12431 w 11447336"/>
                <a:gd name="connsiteY23" fmla="*/ 2724972 h 6152335"/>
                <a:gd name="connsiteX24" fmla="*/ 142760 w 11447336"/>
                <a:gd name="connsiteY24" fmla="*/ 2266572 h 6152335"/>
                <a:gd name="connsiteX25" fmla="*/ 1980 w 11447336"/>
                <a:gd name="connsiteY25" fmla="*/ 1968709 h 6152335"/>
                <a:gd name="connsiteX26" fmla="*/ 291185 w 11447336"/>
                <a:gd name="connsiteY26" fmla="*/ 1908971 h 6152335"/>
                <a:gd name="connsiteX27" fmla="*/ 31481 w 11447336"/>
                <a:gd name="connsiteY27" fmla="*/ 1852838 h 6152335"/>
                <a:gd name="connsiteX28" fmla="*/ 130214 w 11447336"/>
                <a:gd name="connsiteY28" fmla="*/ 1323139 h 6152335"/>
                <a:gd name="connsiteX29" fmla="*/ 162735 w 11447336"/>
                <a:gd name="connsiteY29" fmla="*/ 994112 h 6152335"/>
                <a:gd name="connsiteX30" fmla="*/ 94673 w 11447336"/>
                <a:gd name="connsiteY30" fmla="*/ 721865 h 6152335"/>
                <a:gd name="connsiteX31" fmla="*/ 62615 w 11447336"/>
                <a:gd name="connsiteY31" fmla="*/ 319597 h 6152335"/>
                <a:gd name="connsiteX32" fmla="*/ 76085 w 11447336"/>
                <a:gd name="connsiteY32" fmla="*/ 52620 h 6152335"/>
                <a:gd name="connsiteX33" fmla="*/ 2947857 w 11447336"/>
                <a:gd name="connsiteY33" fmla="*/ 158690 h 6152335"/>
                <a:gd name="connsiteX34" fmla="*/ 5994778 w 11447336"/>
                <a:gd name="connsiteY34" fmla="*/ 105147 h 6152335"/>
                <a:gd name="connsiteX35" fmla="*/ 7863220 w 11447336"/>
                <a:gd name="connsiteY35" fmla="*/ 110048 h 6152335"/>
                <a:gd name="connsiteX36" fmla="*/ 9744207 w 11447336"/>
                <a:gd name="connsiteY36" fmla="*/ 144541 h 61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447336" h="6152335">
                  <a:moveTo>
                    <a:pt x="11393358" y="0"/>
                  </a:moveTo>
                  <a:lnTo>
                    <a:pt x="11307170" y="1704693"/>
                  </a:lnTo>
                  <a:lnTo>
                    <a:pt x="10683667" y="2012727"/>
                  </a:lnTo>
                  <a:lnTo>
                    <a:pt x="11283096" y="2105364"/>
                  </a:lnTo>
                  <a:lnTo>
                    <a:pt x="11358740" y="2658298"/>
                  </a:lnTo>
                  <a:lnTo>
                    <a:pt x="11333649" y="3476335"/>
                  </a:lnTo>
                  <a:lnTo>
                    <a:pt x="11389874" y="3634930"/>
                  </a:lnTo>
                  <a:lnTo>
                    <a:pt x="11336669" y="3847714"/>
                  </a:lnTo>
                  <a:lnTo>
                    <a:pt x="10593751" y="4084822"/>
                  </a:lnTo>
                  <a:lnTo>
                    <a:pt x="11093674" y="4168881"/>
                  </a:lnTo>
                  <a:lnTo>
                    <a:pt x="11389318" y="4170291"/>
                  </a:lnTo>
                  <a:lnTo>
                    <a:pt x="11331799" y="4919227"/>
                  </a:lnTo>
                  <a:lnTo>
                    <a:pt x="11347829" y="5494238"/>
                  </a:lnTo>
                  <a:lnTo>
                    <a:pt x="11447336" y="6152335"/>
                  </a:lnTo>
                  <a:lnTo>
                    <a:pt x="0" y="6152335"/>
                  </a:lnTo>
                  <a:lnTo>
                    <a:pt x="34965" y="5491279"/>
                  </a:lnTo>
                  <a:lnTo>
                    <a:pt x="18473" y="5063395"/>
                  </a:lnTo>
                  <a:lnTo>
                    <a:pt x="70044" y="4551453"/>
                  </a:lnTo>
                  <a:lnTo>
                    <a:pt x="158790" y="4149185"/>
                  </a:lnTo>
                  <a:lnTo>
                    <a:pt x="73064" y="3985965"/>
                  </a:lnTo>
                  <a:lnTo>
                    <a:pt x="361097" y="3872683"/>
                  </a:lnTo>
                  <a:lnTo>
                    <a:pt x="63539" y="3737393"/>
                  </a:lnTo>
                  <a:lnTo>
                    <a:pt x="147168" y="3190308"/>
                  </a:lnTo>
                  <a:lnTo>
                    <a:pt x="12431" y="2724972"/>
                  </a:lnTo>
                  <a:lnTo>
                    <a:pt x="142760" y="2266572"/>
                  </a:lnTo>
                  <a:lnTo>
                    <a:pt x="1980" y="1968709"/>
                  </a:lnTo>
                  <a:lnTo>
                    <a:pt x="291185" y="1908971"/>
                  </a:lnTo>
                  <a:lnTo>
                    <a:pt x="31481" y="1852838"/>
                  </a:lnTo>
                  <a:lnTo>
                    <a:pt x="130214" y="1323139"/>
                  </a:lnTo>
                  <a:lnTo>
                    <a:pt x="162735" y="994112"/>
                  </a:lnTo>
                  <a:lnTo>
                    <a:pt x="94673" y="721865"/>
                  </a:lnTo>
                  <a:lnTo>
                    <a:pt x="62615" y="319597"/>
                  </a:lnTo>
                  <a:lnTo>
                    <a:pt x="76085" y="52620"/>
                  </a:lnTo>
                  <a:lnTo>
                    <a:pt x="2947857" y="158690"/>
                  </a:lnTo>
                  <a:lnTo>
                    <a:pt x="5994778" y="105147"/>
                  </a:lnTo>
                  <a:lnTo>
                    <a:pt x="7863220" y="110048"/>
                  </a:lnTo>
                  <a:lnTo>
                    <a:pt x="9744207" y="144541"/>
                  </a:ln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976A80-8E84-4AFD-A03C-CFC65AD1BDF1}"/>
                </a:ext>
              </a:extLst>
            </p:cNvPr>
            <p:cNvSpPr/>
            <p:nvPr/>
          </p:nvSpPr>
          <p:spPr>
            <a:xfrm>
              <a:off x="11717153" y="575645"/>
              <a:ext cx="149837" cy="143932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0DAE53-28D2-4E04-8C86-ECB6E88C6E11}"/>
                </a:ext>
              </a:extLst>
            </p:cNvPr>
            <p:cNvSpPr/>
            <p:nvPr/>
          </p:nvSpPr>
          <p:spPr>
            <a:xfrm>
              <a:off x="11527708" y="2705101"/>
              <a:ext cx="359490" cy="95250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9AC080A-427E-4145-8CE6-5FB0B0B111AA}"/>
                </a:ext>
              </a:extLst>
            </p:cNvPr>
            <p:cNvSpPr/>
            <p:nvPr/>
          </p:nvSpPr>
          <p:spPr>
            <a:xfrm>
              <a:off x="11689519" y="4665783"/>
              <a:ext cx="197679" cy="217346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CC290D-F882-4AC2-A8B1-E43AB3BCBF40}"/>
                </a:ext>
              </a:extLst>
            </p:cNvPr>
            <p:cNvGrpSpPr/>
            <p:nvPr/>
          </p:nvGrpSpPr>
          <p:grpSpPr>
            <a:xfrm rot="16200000">
              <a:off x="932618" y="582190"/>
              <a:ext cx="39755" cy="752591"/>
              <a:chOff x="1079500" y="1271035"/>
              <a:chExt cx="39755" cy="752591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122FC40-918F-4EE8-85A9-1F35BFF3B2A3}"/>
                  </a:ext>
                </a:extLst>
              </p:cNvPr>
              <p:cNvSpPr/>
              <p:nvPr/>
            </p:nvSpPr>
            <p:spPr>
              <a:xfrm>
                <a:off x="1079500" y="1411626"/>
                <a:ext cx="26236" cy="61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36" h="895350">
                    <a:moveTo>
                      <a:pt x="0" y="0"/>
                    </a:moveTo>
                    <a:cubicBezTo>
                      <a:pt x="3175" y="161925"/>
                      <a:pt x="5208" y="323876"/>
                      <a:pt x="9525" y="485775"/>
                    </a:cubicBezTo>
                    <a:cubicBezTo>
                      <a:pt x="11558" y="562014"/>
                      <a:pt x="13803" y="638290"/>
                      <a:pt x="19050" y="714375"/>
                    </a:cubicBezTo>
                    <a:cubicBezTo>
                      <a:pt x="31688" y="897631"/>
                      <a:pt x="23812" y="713803"/>
                      <a:pt x="23812" y="89535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AA65A7FD-618B-4D82-9D9B-1280A8472C95}"/>
                  </a:ext>
                </a:extLst>
              </p:cNvPr>
              <p:cNvSpPr/>
              <p:nvPr/>
            </p:nvSpPr>
            <p:spPr>
              <a:xfrm>
                <a:off x="1112835" y="1271035"/>
                <a:ext cx="6420" cy="378619"/>
              </a:xfrm>
              <a:custGeom>
                <a:avLst/>
                <a:gdLst>
                  <a:gd name="connsiteX0" fmla="*/ 32827 w 32827"/>
                  <a:gd name="connsiteY0" fmla="*/ 0 h 381000"/>
                  <a:gd name="connsiteX1" fmla="*/ 13777 w 32827"/>
                  <a:gd name="connsiteY1" fmla="*/ 381000 h 381000"/>
                  <a:gd name="connsiteX0" fmla="*/ 31090 w 31090"/>
                  <a:gd name="connsiteY0" fmla="*/ 0 h 383381"/>
                  <a:gd name="connsiteX1" fmla="*/ 16803 w 31090"/>
                  <a:gd name="connsiteY1" fmla="*/ 383381 h 383381"/>
                  <a:gd name="connsiteX0" fmla="*/ 14287 w 14287"/>
                  <a:gd name="connsiteY0" fmla="*/ 0 h 383381"/>
                  <a:gd name="connsiteX1" fmla="*/ 0 w 14287"/>
                  <a:gd name="connsiteY1" fmla="*/ 383381 h 383381"/>
                  <a:gd name="connsiteX0" fmla="*/ 4038 w 6420"/>
                  <a:gd name="connsiteY0" fmla="*/ 0 h 378619"/>
                  <a:gd name="connsiteX1" fmla="*/ 6420 w 6420"/>
                  <a:gd name="connsiteY1" fmla="*/ 378619 h 378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0" h="378619">
                    <a:moveTo>
                      <a:pt x="4038" y="0"/>
                    </a:moveTo>
                    <a:cubicBezTo>
                      <a:pt x="-6276" y="160327"/>
                      <a:pt x="6420" y="28146"/>
                      <a:pt x="6420" y="378619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A63A572-1A8C-4C7D-B7E6-2580A63AC24E}"/>
                </a:ext>
              </a:extLst>
            </p:cNvPr>
            <p:cNvGrpSpPr/>
            <p:nvPr/>
          </p:nvGrpSpPr>
          <p:grpSpPr>
            <a:xfrm>
              <a:off x="11326182" y="6214865"/>
              <a:ext cx="175911" cy="505119"/>
              <a:chOff x="434596" y="6400233"/>
              <a:chExt cx="71115" cy="247061"/>
            </a:xfrm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E6D3D0A-253E-4970-B5D6-A7E431629831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649F4E3-B00B-4AD7-8514-7E87664056F7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1A8E493D-62EB-4332-8EDE-C7CB259CFF52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D9529E1-D42E-448B-8CCB-7A75456D4D59}"/>
                </a:ext>
              </a:extLst>
            </p:cNvPr>
            <p:cNvSpPr/>
            <p:nvPr/>
          </p:nvSpPr>
          <p:spPr>
            <a:xfrm>
              <a:off x="11078229" y="2852716"/>
              <a:ext cx="461963" cy="133350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3" h="133350">
                  <a:moveTo>
                    <a:pt x="0" y="0"/>
                  </a:moveTo>
                  <a:lnTo>
                    <a:pt x="161925" y="80963"/>
                  </a:lnTo>
                  <a:lnTo>
                    <a:pt x="271463" y="76200"/>
                  </a:lnTo>
                  <a:lnTo>
                    <a:pt x="400050" y="123825"/>
                  </a:lnTo>
                  <a:lnTo>
                    <a:pt x="461963" y="133350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BC2D12F-ADCA-4B6A-BB59-CB94601BD574}"/>
                </a:ext>
              </a:extLst>
            </p:cNvPr>
            <p:cNvSpPr/>
            <p:nvPr/>
          </p:nvSpPr>
          <p:spPr>
            <a:xfrm>
              <a:off x="11130617" y="2840809"/>
              <a:ext cx="371476" cy="107157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219076 w 409576"/>
                <a:gd name="connsiteY2" fmla="*/ 21432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21469 w 409576"/>
                <a:gd name="connsiteY3" fmla="*/ 73820 h 78582"/>
                <a:gd name="connsiteX4" fmla="*/ 409576 w 409576"/>
                <a:gd name="connsiteY4" fmla="*/ 78582 h 78582"/>
                <a:gd name="connsiteX0" fmla="*/ 0 w 371476"/>
                <a:gd name="connsiteY0" fmla="*/ 0 h 107157"/>
                <a:gd name="connsiteX1" fmla="*/ 109538 w 371476"/>
                <a:gd name="connsiteY1" fmla="*/ 26195 h 107157"/>
                <a:gd name="connsiteX2" fmla="*/ 169070 w 371476"/>
                <a:gd name="connsiteY2" fmla="*/ 52388 h 107157"/>
                <a:gd name="connsiteX3" fmla="*/ 321469 w 371476"/>
                <a:gd name="connsiteY3" fmla="*/ 73820 h 107157"/>
                <a:gd name="connsiteX4" fmla="*/ 371476 w 371476"/>
                <a:gd name="connsiteY4" fmla="*/ 107157 h 1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6" h="107157">
                  <a:moveTo>
                    <a:pt x="0" y="0"/>
                  </a:moveTo>
                  <a:lnTo>
                    <a:pt x="109538" y="26195"/>
                  </a:lnTo>
                  <a:lnTo>
                    <a:pt x="169070" y="52388"/>
                  </a:lnTo>
                  <a:lnTo>
                    <a:pt x="321469" y="73820"/>
                  </a:lnTo>
                  <a:lnTo>
                    <a:pt x="371476" y="107157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5C22A66-4BD6-4A61-8611-EC9AE73ED015}"/>
                </a:ext>
              </a:extLst>
            </p:cNvPr>
            <p:cNvGrpSpPr/>
            <p:nvPr/>
          </p:nvGrpSpPr>
          <p:grpSpPr>
            <a:xfrm rot="14400000">
              <a:off x="11227662" y="2110208"/>
              <a:ext cx="184006" cy="505119"/>
              <a:chOff x="434596" y="6400233"/>
              <a:chExt cx="71115" cy="247061"/>
            </a:xfrm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52A17C83-1F4A-4C18-9E8F-080B62F82E38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9D77A2D2-61FC-450B-8D15-41C6A4C00A48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0B38EF07-DBBD-4BA6-BB52-33AF28E92BEE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20B0F07-907D-4B57-AF89-636360A0814B}"/>
                </a:ext>
              </a:extLst>
            </p:cNvPr>
            <p:cNvGrpSpPr/>
            <p:nvPr/>
          </p:nvGrpSpPr>
          <p:grpSpPr>
            <a:xfrm>
              <a:off x="1642189" y="896187"/>
              <a:ext cx="138113" cy="138113"/>
              <a:chOff x="1642189" y="715212"/>
              <a:chExt cx="138113" cy="138113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148DE425-6692-429E-BEC3-B43568C559D8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원호 2">
                <a:extLst>
                  <a:ext uri="{FF2B5EF4-FFF2-40B4-BE49-F238E27FC236}">
                    <a16:creationId xmlns:a16="http://schemas.microsoft.com/office/drawing/2014/main" id="{178977BF-A2FD-44C4-9503-C15A735FC3A1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7410E80-F496-45A9-82BE-B71F46A4F907}"/>
                </a:ext>
              </a:extLst>
            </p:cNvPr>
            <p:cNvGrpSpPr/>
            <p:nvPr/>
          </p:nvGrpSpPr>
          <p:grpSpPr>
            <a:xfrm>
              <a:off x="10408748" y="1117210"/>
              <a:ext cx="138113" cy="138113"/>
              <a:chOff x="1642189" y="715212"/>
              <a:chExt cx="138113" cy="138113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01EA608B-1DDA-4437-AFE1-F94F1A067D34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원호 59">
                <a:extLst>
                  <a:ext uri="{FF2B5EF4-FFF2-40B4-BE49-F238E27FC236}">
                    <a16:creationId xmlns:a16="http://schemas.microsoft.com/office/drawing/2014/main" id="{2AFA24A5-11CC-407A-B81F-67A8C2A75492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B5B866-B526-264A-A3D2-221878E50A5A}"/>
              </a:ext>
            </a:extLst>
          </p:cNvPr>
          <p:cNvSpPr txBox="1"/>
          <p:nvPr/>
        </p:nvSpPr>
        <p:spPr>
          <a:xfrm>
            <a:off x="1381179" y="511062"/>
            <a:ext cx="896506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r>
              <a:rPr lang="en-US" altLang="ko-KR" b="1" i="1" kern="0" dirty="0"/>
              <a:t>4-1.</a:t>
            </a:r>
            <a:r>
              <a:rPr lang="ko-KR" altLang="en-US" b="1" i="1" kern="0" dirty="0"/>
              <a:t> 모델 설명</a:t>
            </a:r>
            <a:r>
              <a:rPr lang="en-US" altLang="ko-KR" b="1" i="1" kern="0" dirty="0"/>
              <a:t> (</a:t>
            </a:r>
            <a:r>
              <a:rPr lang="ko-KR" altLang="en-US" b="1" i="1" kern="0" dirty="0"/>
              <a:t>코드</a:t>
            </a:r>
            <a:r>
              <a:rPr lang="en-US" altLang="ko-KR" b="1" i="1" kern="0" dirty="0"/>
              <a:t>)</a:t>
            </a:r>
          </a:p>
          <a:p>
            <a:endParaRPr lang="en-US" altLang="ko-KR" b="1" i="1" kern="0" dirty="0"/>
          </a:p>
          <a:p>
            <a:pPr fontAlgn="base"/>
            <a:endParaRPr lang="en-US" altLang="ko-KR" dirty="0"/>
          </a:p>
          <a:p>
            <a:pPr fontAlgn="base"/>
            <a:r>
              <a:rPr lang="en-US" altLang="ko-Kore-KR" sz="1400" dirty="0"/>
              <a:t>		</a:t>
            </a:r>
            <a:endParaRPr lang="en-US" altLang="ko-KR" i="1" kern="0" dirty="0"/>
          </a:p>
          <a:p>
            <a:r>
              <a:rPr lang="en-US" altLang="ko-KR" b="1" i="1" kern="0" dirty="0"/>
              <a:t> </a:t>
            </a:r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kumimoji="1" lang="ko-Kore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A31873D-5829-9442-83B1-19429F5C0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32"/>
          <a:stretch/>
        </p:blipFill>
        <p:spPr>
          <a:xfrm>
            <a:off x="1457740" y="1807840"/>
            <a:ext cx="6553200" cy="25543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1CAA0E-85C0-6F4E-8D1D-68A5DA61489A}"/>
              </a:ext>
            </a:extLst>
          </p:cNvPr>
          <p:cNvSpPr txBox="1"/>
          <p:nvPr/>
        </p:nvSpPr>
        <p:spPr>
          <a:xfrm>
            <a:off x="1457740" y="4385590"/>
            <a:ext cx="5642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dirty="0"/>
              <a:t>데이터</a:t>
            </a:r>
            <a:r>
              <a:rPr kumimoji="1" lang="ko-KR" altLang="en-US" dirty="0"/>
              <a:t> 파일을 </a:t>
            </a:r>
            <a:r>
              <a:rPr kumimoji="1" lang="en-US" altLang="ko-KR" dirty="0"/>
              <a:t>pandas</a:t>
            </a:r>
            <a:r>
              <a:rPr kumimoji="1" lang="ko-KR" altLang="en-US" dirty="0"/>
              <a:t>로 불러옴</a:t>
            </a:r>
            <a:endParaRPr kumimoji="1" lang="en-US" altLang="ko-KR" dirty="0"/>
          </a:p>
          <a:p>
            <a:r>
              <a:rPr kumimoji="1" lang="en-US" altLang="ko-KR" dirty="0"/>
              <a:t>(</a:t>
            </a:r>
            <a:r>
              <a:rPr kumimoji="1" lang="ko-KR" altLang="en-US" dirty="0"/>
              <a:t>데이터 파일 경로 수정 시</a:t>
            </a:r>
            <a:r>
              <a:rPr kumimoji="1" lang="en-US" altLang="ko-KR" dirty="0"/>
              <a:t>,</a:t>
            </a:r>
            <a:r>
              <a:rPr kumimoji="1" lang="ko-KR" altLang="en-US" dirty="0"/>
              <a:t> 코드 수정 필요</a:t>
            </a:r>
            <a:r>
              <a:rPr kumimoji="1" lang="en-US" altLang="ko-KR" dirty="0"/>
              <a:t>)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30824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99646" y="292942"/>
            <a:ext cx="11596484" cy="6565061"/>
            <a:chOff x="299646" y="292942"/>
            <a:chExt cx="11596484" cy="656506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10134543" y="319656"/>
              <a:ext cx="723383" cy="6538347"/>
              <a:chOff x="1352940" y="111967"/>
              <a:chExt cx="723383" cy="6547377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79425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47375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1352940" y="292942"/>
              <a:ext cx="723383" cy="6565060"/>
              <a:chOff x="1352940" y="111967"/>
              <a:chExt cx="723383" cy="6565060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97108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65058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" name="자유형 47">
              <a:extLst>
                <a:ext uri="{FF2B5EF4-FFF2-40B4-BE49-F238E27FC236}">
                  <a16:creationId xmlns:a16="http://schemas.microsoft.com/office/drawing/2014/main" id="{C994FB7E-B653-4867-9E6B-9D580EE53B31}"/>
                </a:ext>
              </a:extLst>
            </p:cNvPr>
            <p:cNvSpPr/>
            <p:nvPr/>
          </p:nvSpPr>
          <p:spPr>
            <a:xfrm>
              <a:off x="402214" y="575646"/>
              <a:ext cx="11493916" cy="6282355"/>
            </a:xfrm>
            <a:custGeom>
              <a:avLst/>
              <a:gdLst>
                <a:gd name="connsiteX0" fmla="*/ 11448984 w 11493916"/>
                <a:gd name="connsiteY0" fmla="*/ 0 h 6282355"/>
                <a:gd name="connsiteX1" fmla="*/ 11340726 w 11493916"/>
                <a:gd name="connsiteY1" fmla="*/ 835793 h 6282355"/>
                <a:gd name="connsiteX2" fmla="*/ 11420871 w 11493916"/>
                <a:gd name="connsiteY2" fmla="*/ 1189789 h 6282355"/>
                <a:gd name="connsiteX3" fmla="*/ 11356754 w 11493916"/>
                <a:gd name="connsiteY3" fmla="*/ 1801236 h 6282355"/>
                <a:gd name="connsiteX4" fmla="*/ 11052201 w 11493916"/>
                <a:gd name="connsiteY4" fmla="*/ 1913870 h 6282355"/>
                <a:gd name="connsiteX5" fmla="*/ 10555298 w 11493916"/>
                <a:gd name="connsiteY5" fmla="*/ 2106958 h 6282355"/>
                <a:gd name="connsiteX6" fmla="*/ 11436901 w 11493916"/>
                <a:gd name="connsiteY6" fmla="*/ 2123050 h 6282355"/>
                <a:gd name="connsiteX7" fmla="*/ 11484987 w 11493916"/>
                <a:gd name="connsiteY7" fmla="*/ 2718406 h 6282355"/>
                <a:gd name="connsiteX8" fmla="*/ 11420871 w 11493916"/>
                <a:gd name="connsiteY8" fmla="*/ 3168945 h 6282355"/>
                <a:gd name="connsiteX9" fmla="*/ 11468958 w 11493916"/>
                <a:gd name="connsiteY9" fmla="*/ 3844755 h 6282355"/>
                <a:gd name="connsiteX10" fmla="*/ 10843823 w 11493916"/>
                <a:gd name="connsiteY10" fmla="*/ 4150479 h 6282355"/>
                <a:gd name="connsiteX11" fmla="*/ 11452930 w 11493916"/>
                <a:gd name="connsiteY11" fmla="*/ 4118297 h 6282355"/>
                <a:gd name="connsiteX12" fmla="*/ 11372783 w 11493916"/>
                <a:gd name="connsiteY12" fmla="*/ 4681471 h 6282355"/>
                <a:gd name="connsiteX13" fmla="*/ 11394977 w 11493916"/>
                <a:gd name="connsiteY13" fmla="*/ 5428741 h 6282355"/>
                <a:gd name="connsiteX14" fmla="*/ 11493916 w 11493916"/>
                <a:gd name="connsiteY14" fmla="*/ 6282355 h 6282355"/>
                <a:gd name="connsiteX15" fmla="*/ 10650589 w 11493916"/>
                <a:gd name="connsiteY15" fmla="*/ 6282355 h 6282355"/>
                <a:gd name="connsiteX16" fmla="*/ 1995744 w 11493916"/>
                <a:gd name="connsiteY16" fmla="*/ 2026506 h 6282355"/>
                <a:gd name="connsiteX17" fmla="*/ 0 w 11493916"/>
                <a:gd name="connsiteY17" fmla="*/ 198925 h 6282355"/>
                <a:gd name="connsiteX18" fmla="*/ 366274 w 11493916"/>
                <a:gd name="connsiteY18" fmla="*/ 46680 h 6282355"/>
                <a:gd name="connsiteX19" fmla="*/ 1514871 w 11493916"/>
                <a:gd name="connsiteY19" fmla="*/ 115234 h 6282355"/>
                <a:gd name="connsiteX20" fmla="*/ 2428531 w 11493916"/>
                <a:gd name="connsiteY20" fmla="*/ 95621 h 6282355"/>
                <a:gd name="connsiteX21" fmla="*/ 3454631 w 11493916"/>
                <a:gd name="connsiteY21" fmla="*/ 148367 h 6282355"/>
                <a:gd name="connsiteX22" fmla="*/ 4688638 w 11493916"/>
                <a:gd name="connsiteY22" fmla="*/ 143892 h 6282355"/>
                <a:gd name="connsiteX23" fmla="*/ 5650385 w 11493916"/>
                <a:gd name="connsiteY23" fmla="*/ 111712 h 6282355"/>
                <a:gd name="connsiteX24" fmla="*/ 5970968 w 11493916"/>
                <a:gd name="connsiteY24" fmla="*/ 159984 h 6282355"/>
                <a:gd name="connsiteX25" fmla="*/ 6271456 w 11493916"/>
                <a:gd name="connsiteY25" fmla="*/ 126182 h 6282355"/>
                <a:gd name="connsiteX26" fmla="*/ 6557081 w 11493916"/>
                <a:gd name="connsiteY26" fmla="*/ 115964 h 6282355"/>
                <a:gd name="connsiteX27" fmla="*/ 6901273 w 11493916"/>
                <a:gd name="connsiteY27" fmla="*/ 135578 h 6282355"/>
                <a:gd name="connsiteX28" fmla="*/ 7477706 w 11493916"/>
                <a:gd name="connsiteY28" fmla="*/ 101169 h 6282355"/>
                <a:gd name="connsiteX29" fmla="*/ 8641790 w 11493916"/>
                <a:gd name="connsiteY29" fmla="*/ 98210 h 6282355"/>
                <a:gd name="connsiteX30" fmla="*/ 9320130 w 11493916"/>
                <a:gd name="connsiteY30" fmla="*/ 110693 h 6282355"/>
                <a:gd name="connsiteX31" fmla="*/ 10103851 w 11493916"/>
                <a:gd name="connsiteY31" fmla="*/ 149747 h 6282355"/>
                <a:gd name="connsiteX32" fmla="*/ 10997537 w 11493916"/>
                <a:gd name="connsiteY32" fmla="*/ 28944 h 6282355"/>
                <a:gd name="connsiteX33" fmla="*/ 11448984 w 11493916"/>
                <a:gd name="connsiteY33" fmla="*/ 0 h 628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493916" h="6282355">
                  <a:moveTo>
                    <a:pt x="11448984" y="0"/>
                  </a:moveTo>
                  <a:lnTo>
                    <a:pt x="11340726" y="835793"/>
                  </a:lnTo>
                  <a:lnTo>
                    <a:pt x="11420871" y="1189789"/>
                  </a:lnTo>
                  <a:lnTo>
                    <a:pt x="11356754" y="1801236"/>
                  </a:lnTo>
                  <a:lnTo>
                    <a:pt x="11052201" y="1913870"/>
                  </a:lnTo>
                  <a:lnTo>
                    <a:pt x="10555298" y="2106958"/>
                  </a:lnTo>
                  <a:lnTo>
                    <a:pt x="11436901" y="2123050"/>
                  </a:lnTo>
                  <a:lnTo>
                    <a:pt x="11484987" y="2718406"/>
                  </a:lnTo>
                  <a:lnTo>
                    <a:pt x="11420871" y="3168945"/>
                  </a:lnTo>
                  <a:lnTo>
                    <a:pt x="11468958" y="3844755"/>
                  </a:lnTo>
                  <a:lnTo>
                    <a:pt x="10843823" y="4150479"/>
                  </a:lnTo>
                  <a:lnTo>
                    <a:pt x="11452930" y="4118297"/>
                  </a:lnTo>
                  <a:lnTo>
                    <a:pt x="11372783" y="4681471"/>
                  </a:lnTo>
                  <a:lnTo>
                    <a:pt x="11394977" y="5428741"/>
                  </a:lnTo>
                  <a:lnTo>
                    <a:pt x="11493916" y="6282355"/>
                  </a:lnTo>
                  <a:lnTo>
                    <a:pt x="10650589" y="6282355"/>
                  </a:lnTo>
                  <a:lnTo>
                    <a:pt x="1995744" y="2026506"/>
                  </a:lnTo>
                  <a:lnTo>
                    <a:pt x="0" y="198925"/>
                  </a:lnTo>
                  <a:lnTo>
                    <a:pt x="366274" y="46680"/>
                  </a:lnTo>
                  <a:lnTo>
                    <a:pt x="1514871" y="115234"/>
                  </a:lnTo>
                  <a:lnTo>
                    <a:pt x="2428531" y="95621"/>
                  </a:lnTo>
                  <a:lnTo>
                    <a:pt x="3454631" y="148367"/>
                  </a:lnTo>
                  <a:lnTo>
                    <a:pt x="4688638" y="143892"/>
                  </a:lnTo>
                  <a:lnTo>
                    <a:pt x="5650385" y="111712"/>
                  </a:lnTo>
                  <a:lnTo>
                    <a:pt x="5970968" y="159984"/>
                  </a:lnTo>
                  <a:lnTo>
                    <a:pt x="6271456" y="126182"/>
                  </a:lnTo>
                  <a:lnTo>
                    <a:pt x="6557081" y="115964"/>
                  </a:lnTo>
                  <a:lnTo>
                    <a:pt x="6901273" y="135578"/>
                  </a:lnTo>
                  <a:lnTo>
                    <a:pt x="7477706" y="101169"/>
                  </a:lnTo>
                  <a:lnTo>
                    <a:pt x="8641790" y="98210"/>
                  </a:lnTo>
                  <a:lnTo>
                    <a:pt x="9320130" y="110693"/>
                  </a:lnTo>
                  <a:lnTo>
                    <a:pt x="10103851" y="149747"/>
                  </a:lnTo>
                  <a:lnTo>
                    <a:pt x="10997537" y="28944"/>
                  </a:lnTo>
                  <a:cubicBezTo>
                    <a:pt x="11160719" y="6595"/>
                    <a:pt x="11276277" y="31874"/>
                    <a:pt x="11448984" y="0"/>
                  </a:cubicBez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자유형 36">
              <a:extLst>
                <a:ext uri="{FF2B5EF4-FFF2-40B4-BE49-F238E27FC236}">
                  <a16:creationId xmlns:a16="http://schemas.microsoft.com/office/drawing/2014/main" id="{57FA0CF9-A005-4242-8FA6-A1F348526E00}"/>
                </a:ext>
              </a:extLst>
            </p:cNvPr>
            <p:cNvSpPr/>
            <p:nvPr/>
          </p:nvSpPr>
          <p:spPr>
            <a:xfrm>
              <a:off x="299646" y="705666"/>
              <a:ext cx="11447336" cy="6152335"/>
            </a:xfrm>
            <a:custGeom>
              <a:avLst/>
              <a:gdLst>
                <a:gd name="connsiteX0" fmla="*/ 11393358 w 11447336"/>
                <a:gd name="connsiteY0" fmla="*/ 0 h 6152335"/>
                <a:gd name="connsiteX1" fmla="*/ 11307170 w 11447336"/>
                <a:gd name="connsiteY1" fmla="*/ 1704693 h 6152335"/>
                <a:gd name="connsiteX2" fmla="*/ 10683667 w 11447336"/>
                <a:gd name="connsiteY2" fmla="*/ 2012727 h 6152335"/>
                <a:gd name="connsiteX3" fmla="*/ 11283096 w 11447336"/>
                <a:gd name="connsiteY3" fmla="*/ 2105364 h 6152335"/>
                <a:gd name="connsiteX4" fmla="*/ 11358740 w 11447336"/>
                <a:gd name="connsiteY4" fmla="*/ 2658298 h 6152335"/>
                <a:gd name="connsiteX5" fmla="*/ 11333649 w 11447336"/>
                <a:gd name="connsiteY5" fmla="*/ 3476335 h 6152335"/>
                <a:gd name="connsiteX6" fmla="*/ 11389874 w 11447336"/>
                <a:gd name="connsiteY6" fmla="*/ 3634930 h 6152335"/>
                <a:gd name="connsiteX7" fmla="*/ 11336669 w 11447336"/>
                <a:gd name="connsiteY7" fmla="*/ 3847714 h 6152335"/>
                <a:gd name="connsiteX8" fmla="*/ 10593751 w 11447336"/>
                <a:gd name="connsiteY8" fmla="*/ 4084822 h 6152335"/>
                <a:gd name="connsiteX9" fmla="*/ 11093674 w 11447336"/>
                <a:gd name="connsiteY9" fmla="*/ 4168881 h 6152335"/>
                <a:gd name="connsiteX10" fmla="*/ 11389318 w 11447336"/>
                <a:gd name="connsiteY10" fmla="*/ 4170291 h 6152335"/>
                <a:gd name="connsiteX11" fmla="*/ 11331799 w 11447336"/>
                <a:gd name="connsiteY11" fmla="*/ 4919227 h 6152335"/>
                <a:gd name="connsiteX12" fmla="*/ 11347829 w 11447336"/>
                <a:gd name="connsiteY12" fmla="*/ 5494238 h 6152335"/>
                <a:gd name="connsiteX13" fmla="*/ 11447336 w 11447336"/>
                <a:gd name="connsiteY13" fmla="*/ 6152335 h 6152335"/>
                <a:gd name="connsiteX14" fmla="*/ 0 w 11447336"/>
                <a:gd name="connsiteY14" fmla="*/ 6152335 h 6152335"/>
                <a:gd name="connsiteX15" fmla="*/ 34965 w 11447336"/>
                <a:gd name="connsiteY15" fmla="*/ 5491279 h 6152335"/>
                <a:gd name="connsiteX16" fmla="*/ 18473 w 11447336"/>
                <a:gd name="connsiteY16" fmla="*/ 5063395 h 6152335"/>
                <a:gd name="connsiteX17" fmla="*/ 70044 w 11447336"/>
                <a:gd name="connsiteY17" fmla="*/ 4551453 h 6152335"/>
                <a:gd name="connsiteX18" fmla="*/ 158790 w 11447336"/>
                <a:gd name="connsiteY18" fmla="*/ 4149185 h 6152335"/>
                <a:gd name="connsiteX19" fmla="*/ 73064 w 11447336"/>
                <a:gd name="connsiteY19" fmla="*/ 3985965 h 6152335"/>
                <a:gd name="connsiteX20" fmla="*/ 361097 w 11447336"/>
                <a:gd name="connsiteY20" fmla="*/ 3872683 h 6152335"/>
                <a:gd name="connsiteX21" fmla="*/ 63539 w 11447336"/>
                <a:gd name="connsiteY21" fmla="*/ 3737393 h 6152335"/>
                <a:gd name="connsiteX22" fmla="*/ 147168 w 11447336"/>
                <a:gd name="connsiteY22" fmla="*/ 3190308 h 6152335"/>
                <a:gd name="connsiteX23" fmla="*/ 12431 w 11447336"/>
                <a:gd name="connsiteY23" fmla="*/ 2724972 h 6152335"/>
                <a:gd name="connsiteX24" fmla="*/ 142760 w 11447336"/>
                <a:gd name="connsiteY24" fmla="*/ 2266572 h 6152335"/>
                <a:gd name="connsiteX25" fmla="*/ 1980 w 11447336"/>
                <a:gd name="connsiteY25" fmla="*/ 1968709 h 6152335"/>
                <a:gd name="connsiteX26" fmla="*/ 291185 w 11447336"/>
                <a:gd name="connsiteY26" fmla="*/ 1908971 h 6152335"/>
                <a:gd name="connsiteX27" fmla="*/ 31481 w 11447336"/>
                <a:gd name="connsiteY27" fmla="*/ 1852838 h 6152335"/>
                <a:gd name="connsiteX28" fmla="*/ 130214 w 11447336"/>
                <a:gd name="connsiteY28" fmla="*/ 1323139 h 6152335"/>
                <a:gd name="connsiteX29" fmla="*/ 162735 w 11447336"/>
                <a:gd name="connsiteY29" fmla="*/ 994112 h 6152335"/>
                <a:gd name="connsiteX30" fmla="*/ 94673 w 11447336"/>
                <a:gd name="connsiteY30" fmla="*/ 721865 h 6152335"/>
                <a:gd name="connsiteX31" fmla="*/ 62615 w 11447336"/>
                <a:gd name="connsiteY31" fmla="*/ 319597 h 6152335"/>
                <a:gd name="connsiteX32" fmla="*/ 76085 w 11447336"/>
                <a:gd name="connsiteY32" fmla="*/ 52620 h 6152335"/>
                <a:gd name="connsiteX33" fmla="*/ 2947857 w 11447336"/>
                <a:gd name="connsiteY33" fmla="*/ 158690 h 6152335"/>
                <a:gd name="connsiteX34" fmla="*/ 5994778 w 11447336"/>
                <a:gd name="connsiteY34" fmla="*/ 105147 h 6152335"/>
                <a:gd name="connsiteX35" fmla="*/ 7863220 w 11447336"/>
                <a:gd name="connsiteY35" fmla="*/ 110048 h 6152335"/>
                <a:gd name="connsiteX36" fmla="*/ 9744207 w 11447336"/>
                <a:gd name="connsiteY36" fmla="*/ 144541 h 61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447336" h="6152335">
                  <a:moveTo>
                    <a:pt x="11393358" y="0"/>
                  </a:moveTo>
                  <a:lnTo>
                    <a:pt x="11307170" y="1704693"/>
                  </a:lnTo>
                  <a:lnTo>
                    <a:pt x="10683667" y="2012727"/>
                  </a:lnTo>
                  <a:lnTo>
                    <a:pt x="11283096" y="2105364"/>
                  </a:lnTo>
                  <a:lnTo>
                    <a:pt x="11358740" y="2658298"/>
                  </a:lnTo>
                  <a:lnTo>
                    <a:pt x="11333649" y="3476335"/>
                  </a:lnTo>
                  <a:lnTo>
                    <a:pt x="11389874" y="3634930"/>
                  </a:lnTo>
                  <a:lnTo>
                    <a:pt x="11336669" y="3847714"/>
                  </a:lnTo>
                  <a:lnTo>
                    <a:pt x="10593751" y="4084822"/>
                  </a:lnTo>
                  <a:lnTo>
                    <a:pt x="11093674" y="4168881"/>
                  </a:lnTo>
                  <a:lnTo>
                    <a:pt x="11389318" y="4170291"/>
                  </a:lnTo>
                  <a:lnTo>
                    <a:pt x="11331799" y="4919227"/>
                  </a:lnTo>
                  <a:lnTo>
                    <a:pt x="11347829" y="5494238"/>
                  </a:lnTo>
                  <a:lnTo>
                    <a:pt x="11447336" y="6152335"/>
                  </a:lnTo>
                  <a:lnTo>
                    <a:pt x="0" y="6152335"/>
                  </a:lnTo>
                  <a:lnTo>
                    <a:pt x="34965" y="5491279"/>
                  </a:lnTo>
                  <a:lnTo>
                    <a:pt x="18473" y="5063395"/>
                  </a:lnTo>
                  <a:lnTo>
                    <a:pt x="70044" y="4551453"/>
                  </a:lnTo>
                  <a:lnTo>
                    <a:pt x="158790" y="4149185"/>
                  </a:lnTo>
                  <a:lnTo>
                    <a:pt x="73064" y="3985965"/>
                  </a:lnTo>
                  <a:lnTo>
                    <a:pt x="361097" y="3872683"/>
                  </a:lnTo>
                  <a:lnTo>
                    <a:pt x="63539" y="3737393"/>
                  </a:lnTo>
                  <a:lnTo>
                    <a:pt x="147168" y="3190308"/>
                  </a:lnTo>
                  <a:lnTo>
                    <a:pt x="12431" y="2724972"/>
                  </a:lnTo>
                  <a:lnTo>
                    <a:pt x="142760" y="2266572"/>
                  </a:lnTo>
                  <a:lnTo>
                    <a:pt x="1980" y="1968709"/>
                  </a:lnTo>
                  <a:lnTo>
                    <a:pt x="291185" y="1908971"/>
                  </a:lnTo>
                  <a:lnTo>
                    <a:pt x="31481" y="1852838"/>
                  </a:lnTo>
                  <a:lnTo>
                    <a:pt x="130214" y="1323139"/>
                  </a:lnTo>
                  <a:lnTo>
                    <a:pt x="162735" y="994112"/>
                  </a:lnTo>
                  <a:lnTo>
                    <a:pt x="94673" y="721865"/>
                  </a:lnTo>
                  <a:lnTo>
                    <a:pt x="62615" y="319597"/>
                  </a:lnTo>
                  <a:lnTo>
                    <a:pt x="76085" y="52620"/>
                  </a:lnTo>
                  <a:lnTo>
                    <a:pt x="2947857" y="158690"/>
                  </a:lnTo>
                  <a:lnTo>
                    <a:pt x="5994778" y="105147"/>
                  </a:lnTo>
                  <a:lnTo>
                    <a:pt x="7863220" y="110048"/>
                  </a:lnTo>
                  <a:lnTo>
                    <a:pt x="9744207" y="144541"/>
                  </a:ln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976A80-8E84-4AFD-A03C-CFC65AD1BDF1}"/>
                </a:ext>
              </a:extLst>
            </p:cNvPr>
            <p:cNvSpPr/>
            <p:nvPr/>
          </p:nvSpPr>
          <p:spPr>
            <a:xfrm>
              <a:off x="11717153" y="575645"/>
              <a:ext cx="149837" cy="143932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0DAE53-28D2-4E04-8C86-ECB6E88C6E11}"/>
                </a:ext>
              </a:extLst>
            </p:cNvPr>
            <p:cNvSpPr/>
            <p:nvPr/>
          </p:nvSpPr>
          <p:spPr>
            <a:xfrm>
              <a:off x="11527708" y="2705101"/>
              <a:ext cx="359490" cy="95250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9AC080A-427E-4145-8CE6-5FB0B0B111AA}"/>
                </a:ext>
              </a:extLst>
            </p:cNvPr>
            <p:cNvSpPr/>
            <p:nvPr/>
          </p:nvSpPr>
          <p:spPr>
            <a:xfrm>
              <a:off x="11689519" y="4665783"/>
              <a:ext cx="197679" cy="217346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CC290D-F882-4AC2-A8B1-E43AB3BCBF40}"/>
                </a:ext>
              </a:extLst>
            </p:cNvPr>
            <p:cNvGrpSpPr/>
            <p:nvPr/>
          </p:nvGrpSpPr>
          <p:grpSpPr>
            <a:xfrm rot="16200000">
              <a:off x="932618" y="582190"/>
              <a:ext cx="39755" cy="752591"/>
              <a:chOff x="1079500" y="1271035"/>
              <a:chExt cx="39755" cy="752591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122FC40-918F-4EE8-85A9-1F35BFF3B2A3}"/>
                  </a:ext>
                </a:extLst>
              </p:cNvPr>
              <p:cNvSpPr/>
              <p:nvPr/>
            </p:nvSpPr>
            <p:spPr>
              <a:xfrm>
                <a:off x="1079500" y="1411626"/>
                <a:ext cx="26236" cy="61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36" h="895350">
                    <a:moveTo>
                      <a:pt x="0" y="0"/>
                    </a:moveTo>
                    <a:cubicBezTo>
                      <a:pt x="3175" y="161925"/>
                      <a:pt x="5208" y="323876"/>
                      <a:pt x="9525" y="485775"/>
                    </a:cubicBezTo>
                    <a:cubicBezTo>
                      <a:pt x="11558" y="562014"/>
                      <a:pt x="13803" y="638290"/>
                      <a:pt x="19050" y="714375"/>
                    </a:cubicBezTo>
                    <a:cubicBezTo>
                      <a:pt x="31688" y="897631"/>
                      <a:pt x="23812" y="713803"/>
                      <a:pt x="23812" y="89535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AA65A7FD-618B-4D82-9D9B-1280A8472C95}"/>
                  </a:ext>
                </a:extLst>
              </p:cNvPr>
              <p:cNvSpPr/>
              <p:nvPr/>
            </p:nvSpPr>
            <p:spPr>
              <a:xfrm>
                <a:off x="1112835" y="1271035"/>
                <a:ext cx="6420" cy="378619"/>
              </a:xfrm>
              <a:custGeom>
                <a:avLst/>
                <a:gdLst>
                  <a:gd name="connsiteX0" fmla="*/ 32827 w 32827"/>
                  <a:gd name="connsiteY0" fmla="*/ 0 h 381000"/>
                  <a:gd name="connsiteX1" fmla="*/ 13777 w 32827"/>
                  <a:gd name="connsiteY1" fmla="*/ 381000 h 381000"/>
                  <a:gd name="connsiteX0" fmla="*/ 31090 w 31090"/>
                  <a:gd name="connsiteY0" fmla="*/ 0 h 383381"/>
                  <a:gd name="connsiteX1" fmla="*/ 16803 w 31090"/>
                  <a:gd name="connsiteY1" fmla="*/ 383381 h 383381"/>
                  <a:gd name="connsiteX0" fmla="*/ 14287 w 14287"/>
                  <a:gd name="connsiteY0" fmla="*/ 0 h 383381"/>
                  <a:gd name="connsiteX1" fmla="*/ 0 w 14287"/>
                  <a:gd name="connsiteY1" fmla="*/ 383381 h 383381"/>
                  <a:gd name="connsiteX0" fmla="*/ 4038 w 6420"/>
                  <a:gd name="connsiteY0" fmla="*/ 0 h 378619"/>
                  <a:gd name="connsiteX1" fmla="*/ 6420 w 6420"/>
                  <a:gd name="connsiteY1" fmla="*/ 378619 h 378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0" h="378619">
                    <a:moveTo>
                      <a:pt x="4038" y="0"/>
                    </a:moveTo>
                    <a:cubicBezTo>
                      <a:pt x="-6276" y="160327"/>
                      <a:pt x="6420" y="28146"/>
                      <a:pt x="6420" y="378619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A63A572-1A8C-4C7D-B7E6-2580A63AC24E}"/>
                </a:ext>
              </a:extLst>
            </p:cNvPr>
            <p:cNvGrpSpPr/>
            <p:nvPr/>
          </p:nvGrpSpPr>
          <p:grpSpPr>
            <a:xfrm>
              <a:off x="11326182" y="6214865"/>
              <a:ext cx="175911" cy="505119"/>
              <a:chOff x="434596" y="6400233"/>
              <a:chExt cx="71115" cy="247061"/>
            </a:xfrm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E6D3D0A-253E-4970-B5D6-A7E431629831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649F4E3-B00B-4AD7-8514-7E87664056F7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1A8E493D-62EB-4332-8EDE-C7CB259CFF52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D9529E1-D42E-448B-8CCB-7A75456D4D59}"/>
                </a:ext>
              </a:extLst>
            </p:cNvPr>
            <p:cNvSpPr/>
            <p:nvPr/>
          </p:nvSpPr>
          <p:spPr>
            <a:xfrm>
              <a:off x="11078229" y="2852716"/>
              <a:ext cx="461963" cy="133350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3" h="133350">
                  <a:moveTo>
                    <a:pt x="0" y="0"/>
                  </a:moveTo>
                  <a:lnTo>
                    <a:pt x="161925" y="80963"/>
                  </a:lnTo>
                  <a:lnTo>
                    <a:pt x="271463" y="76200"/>
                  </a:lnTo>
                  <a:lnTo>
                    <a:pt x="400050" y="123825"/>
                  </a:lnTo>
                  <a:lnTo>
                    <a:pt x="461963" y="133350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BC2D12F-ADCA-4B6A-BB59-CB94601BD574}"/>
                </a:ext>
              </a:extLst>
            </p:cNvPr>
            <p:cNvSpPr/>
            <p:nvPr/>
          </p:nvSpPr>
          <p:spPr>
            <a:xfrm>
              <a:off x="11130617" y="2840809"/>
              <a:ext cx="371476" cy="107157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219076 w 409576"/>
                <a:gd name="connsiteY2" fmla="*/ 21432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21469 w 409576"/>
                <a:gd name="connsiteY3" fmla="*/ 73820 h 78582"/>
                <a:gd name="connsiteX4" fmla="*/ 409576 w 409576"/>
                <a:gd name="connsiteY4" fmla="*/ 78582 h 78582"/>
                <a:gd name="connsiteX0" fmla="*/ 0 w 371476"/>
                <a:gd name="connsiteY0" fmla="*/ 0 h 107157"/>
                <a:gd name="connsiteX1" fmla="*/ 109538 w 371476"/>
                <a:gd name="connsiteY1" fmla="*/ 26195 h 107157"/>
                <a:gd name="connsiteX2" fmla="*/ 169070 w 371476"/>
                <a:gd name="connsiteY2" fmla="*/ 52388 h 107157"/>
                <a:gd name="connsiteX3" fmla="*/ 321469 w 371476"/>
                <a:gd name="connsiteY3" fmla="*/ 73820 h 107157"/>
                <a:gd name="connsiteX4" fmla="*/ 371476 w 371476"/>
                <a:gd name="connsiteY4" fmla="*/ 107157 h 1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6" h="107157">
                  <a:moveTo>
                    <a:pt x="0" y="0"/>
                  </a:moveTo>
                  <a:lnTo>
                    <a:pt x="109538" y="26195"/>
                  </a:lnTo>
                  <a:lnTo>
                    <a:pt x="169070" y="52388"/>
                  </a:lnTo>
                  <a:lnTo>
                    <a:pt x="321469" y="73820"/>
                  </a:lnTo>
                  <a:lnTo>
                    <a:pt x="371476" y="107157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5C22A66-4BD6-4A61-8611-EC9AE73ED015}"/>
                </a:ext>
              </a:extLst>
            </p:cNvPr>
            <p:cNvGrpSpPr/>
            <p:nvPr/>
          </p:nvGrpSpPr>
          <p:grpSpPr>
            <a:xfrm rot="14400000">
              <a:off x="11227662" y="2110208"/>
              <a:ext cx="184006" cy="505119"/>
              <a:chOff x="434596" y="6400233"/>
              <a:chExt cx="71115" cy="247061"/>
            </a:xfrm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52A17C83-1F4A-4C18-9E8F-080B62F82E38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9D77A2D2-61FC-450B-8D15-41C6A4C00A48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0B38EF07-DBBD-4BA6-BB52-33AF28E92BEE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20B0F07-907D-4B57-AF89-636360A0814B}"/>
                </a:ext>
              </a:extLst>
            </p:cNvPr>
            <p:cNvGrpSpPr/>
            <p:nvPr/>
          </p:nvGrpSpPr>
          <p:grpSpPr>
            <a:xfrm>
              <a:off x="1642189" y="896187"/>
              <a:ext cx="138113" cy="138113"/>
              <a:chOff x="1642189" y="715212"/>
              <a:chExt cx="138113" cy="138113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148DE425-6692-429E-BEC3-B43568C559D8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원호 2">
                <a:extLst>
                  <a:ext uri="{FF2B5EF4-FFF2-40B4-BE49-F238E27FC236}">
                    <a16:creationId xmlns:a16="http://schemas.microsoft.com/office/drawing/2014/main" id="{178977BF-A2FD-44C4-9503-C15A735FC3A1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7410E80-F496-45A9-82BE-B71F46A4F907}"/>
                </a:ext>
              </a:extLst>
            </p:cNvPr>
            <p:cNvGrpSpPr/>
            <p:nvPr/>
          </p:nvGrpSpPr>
          <p:grpSpPr>
            <a:xfrm>
              <a:off x="10408748" y="1117210"/>
              <a:ext cx="138113" cy="138113"/>
              <a:chOff x="1642189" y="715212"/>
              <a:chExt cx="138113" cy="138113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01EA608B-1DDA-4437-AFE1-F94F1A067D34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원호 59">
                <a:extLst>
                  <a:ext uri="{FF2B5EF4-FFF2-40B4-BE49-F238E27FC236}">
                    <a16:creationId xmlns:a16="http://schemas.microsoft.com/office/drawing/2014/main" id="{2AFA24A5-11CC-407A-B81F-67A8C2A75492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B5B866-B526-264A-A3D2-221878E50A5A}"/>
              </a:ext>
            </a:extLst>
          </p:cNvPr>
          <p:cNvSpPr txBox="1"/>
          <p:nvPr/>
        </p:nvSpPr>
        <p:spPr>
          <a:xfrm>
            <a:off x="1381179" y="511062"/>
            <a:ext cx="896506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r>
              <a:rPr lang="en-US" altLang="ko-KR" b="1" i="1" kern="0" dirty="0"/>
              <a:t>4-2.</a:t>
            </a:r>
            <a:r>
              <a:rPr lang="ko-KR" altLang="en-US" b="1" i="1" kern="0" dirty="0"/>
              <a:t> 모델 설명</a:t>
            </a:r>
            <a:r>
              <a:rPr lang="en-US" altLang="ko-KR" b="1" i="1" kern="0" dirty="0"/>
              <a:t> (</a:t>
            </a:r>
            <a:r>
              <a:rPr lang="ko-KR" altLang="en-US" b="1" i="1" kern="0" dirty="0"/>
              <a:t>코드</a:t>
            </a:r>
            <a:r>
              <a:rPr lang="en-US" altLang="ko-KR" b="1" i="1" kern="0" dirty="0"/>
              <a:t>)</a:t>
            </a:r>
          </a:p>
          <a:p>
            <a:endParaRPr lang="en-US" altLang="ko-KR" b="1" i="1" kern="0" dirty="0"/>
          </a:p>
          <a:p>
            <a:pPr fontAlgn="base"/>
            <a:endParaRPr lang="en-US" altLang="ko-KR" dirty="0"/>
          </a:p>
          <a:p>
            <a:pPr fontAlgn="base"/>
            <a:r>
              <a:rPr lang="en-US" altLang="ko-Kore-KR" sz="1400" dirty="0"/>
              <a:t>		</a:t>
            </a:r>
            <a:endParaRPr lang="en-US" altLang="ko-KR" i="1" kern="0" dirty="0"/>
          </a:p>
          <a:p>
            <a:r>
              <a:rPr lang="en-US" altLang="ko-KR" b="1" i="1" kern="0" dirty="0"/>
              <a:t> </a:t>
            </a:r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kumimoji="1" lang="ko-Kore-KR" altLang="en-US" dirty="0"/>
          </a:p>
        </p:txBody>
      </p:sp>
      <p:pic>
        <p:nvPicPr>
          <p:cNvPr id="14" name="그림 13" descr="텍스트이(가) 표시된 사진&#10;&#10;자동 생성된 설명">
            <a:extLst>
              <a:ext uri="{FF2B5EF4-FFF2-40B4-BE49-F238E27FC236}">
                <a16:creationId xmlns:a16="http://schemas.microsoft.com/office/drawing/2014/main" id="{25C60228-9D3E-3E4B-909C-C37FD032CF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740" y="1800065"/>
            <a:ext cx="6553200" cy="2946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5AB0309-2940-5644-8AA7-3B20645EFA4B}"/>
              </a:ext>
            </a:extLst>
          </p:cNvPr>
          <p:cNvSpPr txBox="1"/>
          <p:nvPr/>
        </p:nvSpPr>
        <p:spPr>
          <a:xfrm>
            <a:off x="1457740" y="4775553"/>
            <a:ext cx="56423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키와 몸무게 </a:t>
            </a:r>
            <a:r>
              <a:rPr kumimoji="1" lang="en-US" altLang="ko-KR" dirty="0"/>
              <a:t>/</a:t>
            </a:r>
            <a:r>
              <a:rPr kumimoji="1" lang="ko-KR" altLang="en-US" dirty="0"/>
              <a:t> </a:t>
            </a:r>
            <a:r>
              <a:rPr kumimoji="1" lang="en-US" altLang="ko-KR" dirty="0"/>
              <a:t>index (</a:t>
            </a:r>
            <a:r>
              <a:rPr kumimoji="1" lang="ko-KR" altLang="en-US" dirty="0"/>
              <a:t>비만 정도</a:t>
            </a:r>
            <a:r>
              <a:rPr kumimoji="1" lang="en-US" altLang="ko-KR" dirty="0"/>
              <a:t>) </a:t>
            </a:r>
            <a:r>
              <a:rPr kumimoji="1" lang="ko-KR" altLang="en-US" dirty="0"/>
              <a:t>열을 분리 </a:t>
            </a:r>
            <a:r>
              <a:rPr kumimoji="1" lang="ko-Kore-KR" altLang="en-US" dirty="0"/>
              <a:t>후</a:t>
            </a:r>
            <a:endParaRPr kumimoji="1" lang="en-US" altLang="ko-Kore-KR" dirty="0"/>
          </a:p>
          <a:p>
            <a:r>
              <a:rPr kumimoji="1" lang="ko-KR" altLang="en-US" dirty="0"/>
              <a:t>학습 데이터와 테스트 데이터로 분리 </a:t>
            </a:r>
            <a:r>
              <a:rPr kumimoji="1" lang="en-US" altLang="ko-KR" dirty="0"/>
              <a:t>(4:1</a:t>
            </a:r>
            <a:r>
              <a:rPr kumimoji="1" lang="ko-KR" altLang="en-US" dirty="0"/>
              <a:t> 비율</a:t>
            </a:r>
            <a:r>
              <a:rPr kumimoji="1" lang="en-US" altLang="ko-KR" dirty="0"/>
              <a:t>)</a:t>
            </a:r>
            <a:endParaRPr kumimoji="1" lang="en-US" altLang="ko-Kore-KR" dirty="0"/>
          </a:p>
          <a:p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376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99646" y="292942"/>
            <a:ext cx="11596484" cy="6565061"/>
            <a:chOff x="299646" y="292942"/>
            <a:chExt cx="11596484" cy="656506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10134543" y="319656"/>
              <a:ext cx="723383" cy="6538347"/>
              <a:chOff x="1352940" y="111967"/>
              <a:chExt cx="723383" cy="6547377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79425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47375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1352940" y="292942"/>
              <a:ext cx="723383" cy="6565060"/>
              <a:chOff x="1352940" y="111967"/>
              <a:chExt cx="723383" cy="6565060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97108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65058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" name="자유형 47">
              <a:extLst>
                <a:ext uri="{FF2B5EF4-FFF2-40B4-BE49-F238E27FC236}">
                  <a16:creationId xmlns:a16="http://schemas.microsoft.com/office/drawing/2014/main" id="{C994FB7E-B653-4867-9E6B-9D580EE53B31}"/>
                </a:ext>
              </a:extLst>
            </p:cNvPr>
            <p:cNvSpPr/>
            <p:nvPr/>
          </p:nvSpPr>
          <p:spPr>
            <a:xfrm>
              <a:off x="402214" y="575646"/>
              <a:ext cx="11493916" cy="6282355"/>
            </a:xfrm>
            <a:custGeom>
              <a:avLst/>
              <a:gdLst>
                <a:gd name="connsiteX0" fmla="*/ 11448984 w 11493916"/>
                <a:gd name="connsiteY0" fmla="*/ 0 h 6282355"/>
                <a:gd name="connsiteX1" fmla="*/ 11340726 w 11493916"/>
                <a:gd name="connsiteY1" fmla="*/ 835793 h 6282355"/>
                <a:gd name="connsiteX2" fmla="*/ 11420871 w 11493916"/>
                <a:gd name="connsiteY2" fmla="*/ 1189789 h 6282355"/>
                <a:gd name="connsiteX3" fmla="*/ 11356754 w 11493916"/>
                <a:gd name="connsiteY3" fmla="*/ 1801236 h 6282355"/>
                <a:gd name="connsiteX4" fmla="*/ 11052201 w 11493916"/>
                <a:gd name="connsiteY4" fmla="*/ 1913870 h 6282355"/>
                <a:gd name="connsiteX5" fmla="*/ 10555298 w 11493916"/>
                <a:gd name="connsiteY5" fmla="*/ 2106958 h 6282355"/>
                <a:gd name="connsiteX6" fmla="*/ 11436901 w 11493916"/>
                <a:gd name="connsiteY6" fmla="*/ 2123050 h 6282355"/>
                <a:gd name="connsiteX7" fmla="*/ 11484987 w 11493916"/>
                <a:gd name="connsiteY7" fmla="*/ 2718406 h 6282355"/>
                <a:gd name="connsiteX8" fmla="*/ 11420871 w 11493916"/>
                <a:gd name="connsiteY8" fmla="*/ 3168945 h 6282355"/>
                <a:gd name="connsiteX9" fmla="*/ 11468958 w 11493916"/>
                <a:gd name="connsiteY9" fmla="*/ 3844755 h 6282355"/>
                <a:gd name="connsiteX10" fmla="*/ 10843823 w 11493916"/>
                <a:gd name="connsiteY10" fmla="*/ 4150479 h 6282355"/>
                <a:gd name="connsiteX11" fmla="*/ 11452930 w 11493916"/>
                <a:gd name="connsiteY11" fmla="*/ 4118297 h 6282355"/>
                <a:gd name="connsiteX12" fmla="*/ 11372783 w 11493916"/>
                <a:gd name="connsiteY12" fmla="*/ 4681471 h 6282355"/>
                <a:gd name="connsiteX13" fmla="*/ 11394977 w 11493916"/>
                <a:gd name="connsiteY13" fmla="*/ 5428741 h 6282355"/>
                <a:gd name="connsiteX14" fmla="*/ 11493916 w 11493916"/>
                <a:gd name="connsiteY14" fmla="*/ 6282355 h 6282355"/>
                <a:gd name="connsiteX15" fmla="*/ 10650589 w 11493916"/>
                <a:gd name="connsiteY15" fmla="*/ 6282355 h 6282355"/>
                <a:gd name="connsiteX16" fmla="*/ 1995744 w 11493916"/>
                <a:gd name="connsiteY16" fmla="*/ 2026506 h 6282355"/>
                <a:gd name="connsiteX17" fmla="*/ 0 w 11493916"/>
                <a:gd name="connsiteY17" fmla="*/ 198925 h 6282355"/>
                <a:gd name="connsiteX18" fmla="*/ 366274 w 11493916"/>
                <a:gd name="connsiteY18" fmla="*/ 46680 h 6282355"/>
                <a:gd name="connsiteX19" fmla="*/ 1514871 w 11493916"/>
                <a:gd name="connsiteY19" fmla="*/ 115234 h 6282355"/>
                <a:gd name="connsiteX20" fmla="*/ 2428531 w 11493916"/>
                <a:gd name="connsiteY20" fmla="*/ 95621 h 6282355"/>
                <a:gd name="connsiteX21" fmla="*/ 3454631 w 11493916"/>
                <a:gd name="connsiteY21" fmla="*/ 148367 h 6282355"/>
                <a:gd name="connsiteX22" fmla="*/ 4688638 w 11493916"/>
                <a:gd name="connsiteY22" fmla="*/ 143892 h 6282355"/>
                <a:gd name="connsiteX23" fmla="*/ 5650385 w 11493916"/>
                <a:gd name="connsiteY23" fmla="*/ 111712 h 6282355"/>
                <a:gd name="connsiteX24" fmla="*/ 5970968 w 11493916"/>
                <a:gd name="connsiteY24" fmla="*/ 159984 h 6282355"/>
                <a:gd name="connsiteX25" fmla="*/ 6271456 w 11493916"/>
                <a:gd name="connsiteY25" fmla="*/ 126182 h 6282355"/>
                <a:gd name="connsiteX26" fmla="*/ 6557081 w 11493916"/>
                <a:gd name="connsiteY26" fmla="*/ 115964 h 6282355"/>
                <a:gd name="connsiteX27" fmla="*/ 6901273 w 11493916"/>
                <a:gd name="connsiteY27" fmla="*/ 135578 h 6282355"/>
                <a:gd name="connsiteX28" fmla="*/ 7477706 w 11493916"/>
                <a:gd name="connsiteY28" fmla="*/ 101169 h 6282355"/>
                <a:gd name="connsiteX29" fmla="*/ 8641790 w 11493916"/>
                <a:gd name="connsiteY29" fmla="*/ 98210 h 6282355"/>
                <a:gd name="connsiteX30" fmla="*/ 9320130 w 11493916"/>
                <a:gd name="connsiteY30" fmla="*/ 110693 h 6282355"/>
                <a:gd name="connsiteX31" fmla="*/ 10103851 w 11493916"/>
                <a:gd name="connsiteY31" fmla="*/ 149747 h 6282355"/>
                <a:gd name="connsiteX32" fmla="*/ 10997537 w 11493916"/>
                <a:gd name="connsiteY32" fmla="*/ 28944 h 6282355"/>
                <a:gd name="connsiteX33" fmla="*/ 11448984 w 11493916"/>
                <a:gd name="connsiteY33" fmla="*/ 0 h 628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493916" h="6282355">
                  <a:moveTo>
                    <a:pt x="11448984" y="0"/>
                  </a:moveTo>
                  <a:lnTo>
                    <a:pt x="11340726" y="835793"/>
                  </a:lnTo>
                  <a:lnTo>
                    <a:pt x="11420871" y="1189789"/>
                  </a:lnTo>
                  <a:lnTo>
                    <a:pt x="11356754" y="1801236"/>
                  </a:lnTo>
                  <a:lnTo>
                    <a:pt x="11052201" y="1913870"/>
                  </a:lnTo>
                  <a:lnTo>
                    <a:pt x="10555298" y="2106958"/>
                  </a:lnTo>
                  <a:lnTo>
                    <a:pt x="11436901" y="2123050"/>
                  </a:lnTo>
                  <a:lnTo>
                    <a:pt x="11484987" y="2718406"/>
                  </a:lnTo>
                  <a:lnTo>
                    <a:pt x="11420871" y="3168945"/>
                  </a:lnTo>
                  <a:lnTo>
                    <a:pt x="11468958" y="3844755"/>
                  </a:lnTo>
                  <a:lnTo>
                    <a:pt x="10843823" y="4150479"/>
                  </a:lnTo>
                  <a:lnTo>
                    <a:pt x="11452930" y="4118297"/>
                  </a:lnTo>
                  <a:lnTo>
                    <a:pt x="11372783" y="4681471"/>
                  </a:lnTo>
                  <a:lnTo>
                    <a:pt x="11394977" y="5428741"/>
                  </a:lnTo>
                  <a:lnTo>
                    <a:pt x="11493916" y="6282355"/>
                  </a:lnTo>
                  <a:lnTo>
                    <a:pt x="10650589" y="6282355"/>
                  </a:lnTo>
                  <a:lnTo>
                    <a:pt x="1995744" y="2026506"/>
                  </a:lnTo>
                  <a:lnTo>
                    <a:pt x="0" y="198925"/>
                  </a:lnTo>
                  <a:lnTo>
                    <a:pt x="366274" y="46680"/>
                  </a:lnTo>
                  <a:lnTo>
                    <a:pt x="1514871" y="115234"/>
                  </a:lnTo>
                  <a:lnTo>
                    <a:pt x="2428531" y="95621"/>
                  </a:lnTo>
                  <a:lnTo>
                    <a:pt x="3454631" y="148367"/>
                  </a:lnTo>
                  <a:lnTo>
                    <a:pt x="4688638" y="143892"/>
                  </a:lnTo>
                  <a:lnTo>
                    <a:pt x="5650385" y="111712"/>
                  </a:lnTo>
                  <a:lnTo>
                    <a:pt x="5970968" y="159984"/>
                  </a:lnTo>
                  <a:lnTo>
                    <a:pt x="6271456" y="126182"/>
                  </a:lnTo>
                  <a:lnTo>
                    <a:pt x="6557081" y="115964"/>
                  </a:lnTo>
                  <a:lnTo>
                    <a:pt x="6901273" y="135578"/>
                  </a:lnTo>
                  <a:lnTo>
                    <a:pt x="7477706" y="101169"/>
                  </a:lnTo>
                  <a:lnTo>
                    <a:pt x="8641790" y="98210"/>
                  </a:lnTo>
                  <a:lnTo>
                    <a:pt x="9320130" y="110693"/>
                  </a:lnTo>
                  <a:lnTo>
                    <a:pt x="10103851" y="149747"/>
                  </a:lnTo>
                  <a:lnTo>
                    <a:pt x="10997537" y="28944"/>
                  </a:lnTo>
                  <a:cubicBezTo>
                    <a:pt x="11160719" y="6595"/>
                    <a:pt x="11276277" y="31874"/>
                    <a:pt x="11448984" y="0"/>
                  </a:cubicBez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자유형 36">
              <a:extLst>
                <a:ext uri="{FF2B5EF4-FFF2-40B4-BE49-F238E27FC236}">
                  <a16:creationId xmlns:a16="http://schemas.microsoft.com/office/drawing/2014/main" id="{57FA0CF9-A005-4242-8FA6-A1F348526E00}"/>
                </a:ext>
              </a:extLst>
            </p:cNvPr>
            <p:cNvSpPr/>
            <p:nvPr/>
          </p:nvSpPr>
          <p:spPr>
            <a:xfrm>
              <a:off x="299646" y="705666"/>
              <a:ext cx="11447336" cy="6152335"/>
            </a:xfrm>
            <a:custGeom>
              <a:avLst/>
              <a:gdLst>
                <a:gd name="connsiteX0" fmla="*/ 11393358 w 11447336"/>
                <a:gd name="connsiteY0" fmla="*/ 0 h 6152335"/>
                <a:gd name="connsiteX1" fmla="*/ 11307170 w 11447336"/>
                <a:gd name="connsiteY1" fmla="*/ 1704693 h 6152335"/>
                <a:gd name="connsiteX2" fmla="*/ 10683667 w 11447336"/>
                <a:gd name="connsiteY2" fmla="*/ 2012727 h 6152335"/>
                <a:gd name="connsiteX3" fmla="*/ 11283096 w 11447336"/>
                <a:gd name="connsiteY3" fmla="*/ 2105364 h 6152335"/>
                <a:gd name="connsiteX4" fmla="*/ 11358740 w 11447336"/>
                <a:gd name="connsiteY4" fmla="*/ 2658298 h 6152335"/>
                <a:gd name="connsiteX5" fmla="*/ 11333649 w 11447336"/>
                <a:gd name="connsiteY5" fmla="*/ 3476335 h 6152335"/>
                <a:gd name="connsiteX6" fmla="*/ 11389874 w 11447336"/>
                <a:gd name="connsiteY6" fmla="*/ 3634930 h 6152335"/>
                <a:gd name="connsiteX7" fmla="*/ 11336669 w 11447336"/>
                <a:gd name="connsiteY7" fmla="*/ 3847714 h 6152335"/>
                <a:gd name="connsiteX8" fmla="*/ 10593751 w 11447336"/>
                <a:gd name="connsiteY8" fmla="*/ 4084822 h 6152335"/>
                <a:gd name="connsiteX9" fmla="*/ 11093674 w 11447336"/>
                <a:gd name="connsiteY9" fmla="*/ 4168881 h 6152335"/>
                <a:gd name="connsiteX10" fmla="*/ 11389318 w 11447336"/>
                <a:gd name="connsiteY10" fmla="*/ 4170291 h 6152335"/>
                <a:gd name="connsiteX11" fmla="*/ 11331799 w 11447336"/>
                <a:gd name="connsiteY11" fmla="*/ 4919227 h 6152335"/>
                <a:gd name="connsiteX12" fmla="*/ 11347829 w 11447336"/>
                <a:gd name="connsiteY12" fmla="*/ 5494238 h 6152335"/>
                <a:gd name="connsiteX13" fmla="*/ 11447336 w 11447336"/>
                <a:gd name="connsiteY13" fmla="*/ 6152335 h 6152335"/>
                <a:gd name="connsiteX14" fmla="*/ 0 w 11447336"/>
                <a:gd name="connsiteY14" fmla="*/ 6152335 h 6152335"/>
                <a:gd name="connsiteX15" fmla="*/ 34965 w 11447336"/>
                <a:gd name="connsiteY15" fmla="*/ 5491279 h 6152335"/>
                <a:gd name="connsiteX16" fmla="*/ 18473 w 11447336"/>
                <a:gd name="connsiteY16" fmla="*/ 5063395 h 6152335"/>
                <a:gd name="connsiteX17" fmla="*/ 70044 w 11447336"/>
                <a:gd name="connsiteY17" fmla="*/ 4551453 h 6152335"/>
                <a:gd name="connsiteX18" fmla="*/ 158790 w 11447336"/>
                <a:gd name="connsiteY18" fmla="*/ 4149185 h 6152335"/>
                <a:gd name="connsiteX19" fmla="*/ 73064 w 11447336"/>
                <a:gd name="connsiteY19" fmla="*/ 3985965 h 6152335"/>
                <a:gd name="connsiteX20" fmla="*/ 361097 w 11447336"/>
                <a:gd name="connsiteY20" fmla="*/ 3872683 h 6152335"/>
                <a:gd name="connsiteX21" fmla="*/ 63539 w 11447336"/>
                <a:gd name="connsiteY21" fmla="*/ 3737393 h 6152335"/>
                <a:gd name="connsiteX22" fmla="*/ 147168 w 11447336"/>
                <a:gd name="connsiteY22" fmla="*/ 3190308 h 6152335"/>
                <a:gd name="connsiteX23" fmla="*/ 12431 w 11447336"/>
                <a:gd name="connsiteY23" fmla="*/ 2724972 h 6152335"/>
                <a:gd name="connsiteX24" fmla="*/ 142760 w 11447336"/>
                <a:gd name="connsiteY24" fmla="*/ 2266572 h 6152335"/>
                <a:gd name="connsiteX25" fmla="*/ 1980 w 11447336"/>
                <a:gd name="connsiteY25" fmla="*/ 1968709 h 6152335"/>
                <a:gd name="connsiteX26" fmla="*/ 291185 w 11447336"/>
                <a:gd name="connsiteY26" fmla="*/ 1908971 h 6152335"/>
                <a:gd name="connsiteX27" fmla="*/ 31481 w 11447336"/>
                <a:gd name="connsiteY27" fmla="*/ 1852838 h 6152335"/>
                <a:gd name="connsiteX28" fmla="*/ 130214 w 11447336"/>
                <a:gd name="connsiteY28" fmla="*/ 1323139 h 6152335"/>
                <a:gd name="connsiteX29" fmla="*/ 162735 w 11447336"/>
                <a:gd name="connsiteY29" fmla="*/ 994112 h 6152335"/>
                <a:gd name="connsiteX30" fmla="*/ 94673 w 11447336"/>
                <a:gd name="connsiteY30" fmla="*/ 721865 h 6152335"/>
                <a:gd name="connsiteX31" fmla="*/ 62615 w 11447336"/>
                <a:gd name="connsiteY31" fmla="*/ 319597 h 6152335"/>
                <a:gd name="connsiteX32" fmla="*/ 76085 w 11447336"/>
                <a:gd name="connsiteY32" fmla="*/ 52620 h 6152335"/>
                <a:gd name="connsiteX33" fmla="*/ 2947857 w 11447336"/>
                <a:gd name="connsiteY33" fmla="*/ 158690 h 6152335"/>
                <a:gd name="connsiteX34" fmla="*/ 5994778 w 11447336"/>
                <a:gd name="connsiteY34" fmla="*/ 105147 h 6152335"/>
                <a:gd name="connsiteX35" fmla="*/ 7863220 w 11447336"/>
                <a:gd name="connsiteY35" fmla="*/ 110048 h 6152335"/>
                <a:gd name="connsiteX36" fmla="*/ 9744207 w 11447336"/>
                <a:gd name="connsiteY36" fmla="*/ 144541 h 61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447336" h="6152335">
                  <a:moveTo>
                    <a:pt x="11393358" y="0"/>
                  </a:moveTo>
                  <a:lnTo>
                    <a:pt x="11307170" y="1704693"/>
                  </a:lnTo>
                  <a:lnTo>
                    <a:pt x="10683667" y="2012727"/>
                  </a:lnTo>
                  <a:lnTo>
                    <a:pt x="11283096" y="2105364"/>
                  </a:lnTo>
                  <a:lnTo>
                    <a:pt x="11358740" y="2658298"/>
                  </a:lnTo>
                  <a:lnTo>
                    <a:pt x="11333649" y="3476335"/>
                  </a:lnTo>
                  <a:lnTo>
                    <a:pt x="11389874" y="3634930"/>
                  </a:lnTo>
                  <a:lnTo>
                    <a:pt x="11336669" y="3847714"/>
                  </a:lnTo>
                  <a:lnTo>
                    <a:pt x="10593751" y="4084822"/>
                  </a:lnTo>
                  <a:lnTo>
                    <a:pt x="11093674" y="4168881"/>
                  </a:lnTo>
                  <a:lnTo>
                    <a:pt x="11389318" y="4170291"/>
                  </a:lnTo>
                  <a:lnTo>
                    <a:pt x="11331799" y="4919227"/>
                  </a:lnTo>
                  <a:lnTo>
                    <a:pt x="11347829" y="5494238"/>
                  </a:lnTo>
                  <a:lnTo>
                    <a:pt x="11447336" y="6152335"/>
                  </a:lnTo>
                  <a:lnTo>
                    <a:pt x="0" y="6152335"/>
                  </a:lnTo>
                  <a:lnTo>
                    <a:pt x="34965" y="5491279"/>
                  </a:lnTo>
                  <a:lnTo>
                    <a:pt x="18473" y="5063395"/>
                  </a:lnTo>
                  <a:lnTo>
                    <a:pt x="70044" y="4551453"/>
                  </a:lnTo>
                  <a:lnTo>
                    <a:pt x="158790" y="4149185"/>
                  </a:lnTo>
                  <a:lnTo>
                    <a:pt x="73064" y="3985965"/>
                  </a:lnTo>
                  <a:lnTo>
                    <a:pt x="361097" y="3872683"/>
                  </a:lnTo>
                  <a:lnTo>
                    <a:pt x="63539" y="3737393"/>
                  </a:lnTo>
                  <a:lnTo>
                    <a:pt x="147168" y="3190308"/>
                  </a:lnTo>
                  <a:lnTo>
                    <a:pt x="12431" y="2724972"/>
                  </a:lnTo>
                  <a:lnTo>
                    <a:pt x="142760" y="2266572"/>
                  </a:lnTo>
                  <a:lnTo>
                    <a:pt x="1980" y="1968709"/>
                  </a:lnTo>
                  <a:lnTo>
                    <a:pt x="291185" y="1908971"/>
                  </a:lnTo>
                  <a:lnTo>
                    <a:pt x="31481" y="1852838"/>
                  </a:lnTo>
                  <a:lnTo>
                    <a:pt x="130214" y="1323139"/>
                  </a:lnTo>
                  <a:lnTo>
                    <a:pt x="162735" y="994112"/>
                  </a:lnTo>
                  <a:lnTo>
                    <a:pt x="94673" y="721865"/>
                  </a:lnTo>
                  <a:lnTo>
                    <a:pt x="62615" y="319597"/>
                  </a:lnTo>
                  <a:lnTo>
                    <a:pt x="76085" y="52620"/>
                  </a:lnTo>
                  <a:lnTo>
                    <a:pt x="2947857" y="158690"/>
                  </a:lnTo>
                  <a:lnTo>
                    <a:pt x="5994778" y="105147"/>
                  </a:lnTo>
                  <a:lnTo>
                    <a:pt x="7863220" y="110048"/>
                  </a:lnTo>
                  <a:lnTo>
                    <a:pt x="9744207" y="144541"/>
                  </a:ln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976A80-8E84-4AFD-A03C-CFC65AD1BDF1}"/>
                </a:ext>
              </a:extLst>
            </p:cNvPr>
            <p:cNvSpPr/>
            <p:nvPr/>
          </p:nvSpPr>
          <p:spPr>
            <a:xfrm>
              <a:off x="11717153" y="575645"/>
              <a:ext cx="149837" cy="143932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0DAE53-28D2-4E04-8C86-ECB6E88C6E11}"/>
                </a:ext>
              </a:extLst>
            </p:cNvPr>
            <p:cNvSpPr/>
            <p:nvPr/>
          </p:nvSpPr>
          <p:spPr>
            <a:xfrm>
              <a:off x="11527708" y="2705101"/>
              <a:ext cx="359490" cy="95250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9AC080A-427E-4145-8CE6-5FB0B0B111AA}"/>
                </a:ext>
              </a:extLst>
            </p:cNvPr>
            <p:cNvSpPr/>
            <p:nvPr/>
          </p:nvSpPr>
          <p:spPr>
            <a:xfrm>
              <a:off x="11689519" y="4665783"/>
              <a:ext cx="197679" cy="217346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CC290D-F882-4AC2-A8B1-E43AB3BCBF40}"/>
                </a:ext>
              </a:extLst>
            </p:cNvPr>
            <p:cNvGrpSpPr/>
            <p:nvPr/>
          </p:nvGrpSpPr>
          <p:grpSpPr>
            <a:xfrm rot="16200000">
              <a:off x="932618" y="582190"/>
              <a:ext cx="39755" cy="752591"/>
              <a:chOff x="1079500" y="1271035"/>
              <a:chExt cx="39755" cy="752591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122FC40-918F-4EE8-85A9-1F35BFF3B2A3}"/>
                  </a:ext>
                </a:extLst>
              </p:cNvPr>
              <p:cNvSpPr/>
              <p:nvPr/>
            </p:nvSpPr>
            <p:spPr>
              <a:xfrm>
                <a:off x="1079500" y="1411626"/>
                <a:ext cx="26236" cy="61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36" h="895350">
                    <a:moveTo>
                      <a:pt x="0" y="0"/>
                    </a:moveTo>
                    <a:cubicBezTo>
                      <a:pt x="3175" y="161925"/>
                      <a:pt x="5208" y="323876"/>
                      <a:pt x="9525" y="485775"/>
                    </a:cubicBezTo>
                    <a:cubicBezTo>
                      <a:pt x="11558" y="562014"/>
                      <a:pt x="13803" y="638290"/>
                      <a:pt x="19050" y="714375"/>
                    </a:cubicBezTo>
                    <a:cubicBezTo>
                      <a:pt x="31688" y="897631"/>
                      <a:pt x="23812" y="713803"/>
                      <a:pt x="23812" y="89535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AA65A7FD-618B-4D82-9D9B-1280A8472C95}"/>
                  </a:ext>
                </a:extLst>
              </p:cNvPr>
              <p:cNvSpPr/>
              <p:nvPr/>
            </p:nvSpPr>
            <p:spPr>
              <a:xfrm>
                <a:off x="1112835" y="1271035"/>
                <a:ext cx="6420" cy="378619"/>
              </a:xfrm>
              <a:custGeom>
                <a:avLst/>
                <a:gdLst>
                  <a:gd name="connsiteX0" fmla="*/ 32827 w 32827"/>
                  <a:gd name="connsiteY0" fmla="*/ 0 h 381000"/>
                  <a:gd name="connsiteX1" fmla="*/ 13777 w 32827"/>
                  <a:gd name="connsiteY1" fmla="*/ 381000 h 381000"/>
                  <a:gd name="connsiteX0" fmla="*/ 31090 w 31090"/>
                  <a:gd name="connsiteY0" fmla="*/ 0 h 383381"/>
                  <a:gd name="connsiteX1" fmla="*/ 16803 w 31090"/>
                  <a:gd name="connsiteY1" fmla="*/ 383381 h 383381"/>
                  <a:gd name="connsiteX0" fmla="*/ 14287 w 14287"/>
                  <a:gd name="connsiteY0" fmla="*/ 0 h 383381"/>
                  <a:gd name="connsiteX1" fmla="*/ 0 w 14287"/>
                  <a:gd name="connsiteY1" fmla="*/ 383381 h 383381"/>
                  <a:gd name="connsiteX0" fmla="*/ 4038 w 6420"/>
                  <a:gd name="connsiteY0" fmla="*/ 0 h 378619"/>
                  <a:gd name="connsiteX1" fmla="*/ 6420 w 6420"/>
                  <a:gd name="connsiteY1" fmla="*/ 378619 h 378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0" h="378619">
                    <a:moveTo>
                      <a:pt x="4038" y="0"/>
                    </a:moveTo>
                    <a:cubicBezTo>
                      <a:pt x="-6276" y="160327"/>
                      <a:pt x="6420" y="28146"/>
                      <a:pt x="6420" y="378619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A63A572-1A8C-4C7D-B7E6-2580A63AC24E}"/>
                </a:ext>
              </a:extLst>
            </p:cNvPr>
            <p:cNvGrpSpPr/>
            <p:nvPr/>
          </p:nvGrpSpPr>
          <p:grpSpPr>
            <a:xfrm>
              <a:off x="11326182" y="6214865"/>
              <a:ext cx="175911" cy="505119"/>
              <a:chOff x="434596" y="6400233"/>
              <a:chExt cx="71115" cy="247061"/>
            </a:xfrm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E6D3D0A-253E-4970-B5D6-A7E431629831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649F4E3-B00B-4AD7-8514-7E87664056F7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1A8E493D-62EB-4332-8EDE-C7CB259CFF52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D9529E1-D42E-448B-8CCB-7A75456D4D59}"/>
                </a:ext>
              </a:extLst>
            </p:cNvPr>
            <p:cNvSpPr/>
            <p:nvPr/>
          </p:nvSpPr>
          <p:spPr>
            <a:xfrm>
              <a:off x="11078229" y="2852716"/>
              <a:ext cx="461963" cy="133350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3" h="133350">
                  <a:moveTo>
                    <a:pt x="0" y="0"/>
                  </a:moveTo>
                  <a:lnTo>
                    <a:pt x="161925" y="80963"/>
                  </a:lnTo>
                  <a:lnTo>
                    <a:pt x="271463" y="76200"/>
                  </a:lnTo>
                  <a:lnTo>
                    <a:pt x="400050" y="123825"/>
                  </a:lnTo>
                  <a:lnTo>
                    <a:pt x="461963" y="133350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BC2D12F-ADCA-4B6A-BB59-CB94601BD574}"/>
                </a:ext>
              </a:extLst>
            </p:cNvPr>
            <p:cNvSpPr/>
            <p:nvPr/>
          </p:nvSpPr>
          <p:spPr>
            <a:xfrm>
              <a:off x="11130617" y="2840809"/>
              <a:ext cx="371476" cy="107157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219076 w 409576"/>
                <a:gd name="connsiteY2" fmla="*/ 21432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21469 w 409576"/>
                <a:gd name="connsiteY3" fmla="*/ 73820 h 78582"/>
                <a:gd name="connsiteX4" fmla="*/ 409576 w 409576"/>
                <a:gd name="connsiteY4" fmla="*/ 78582 h 78582"/>
                <a:gd name="connsiteX0" fmla="*/ 0 w 371476"/>
                <a:gd name="connsiteY0" fmla="*/ 0 h 107157"/>
                <a:gd name="connsiteX1" fmla="*/ 109538 w 371476"/>
                <a:gd name="connsiteY1" fmla="*/ 26195 h 107157"/>
                <a:gd name="connsiteX2" fmla="*/ 169070 w 371476"/>
                <a:gd name="connsiteY2" fmla="*/ 52388 h 107157"/>
                <a:gd name="connsiteX3" fmla="*/ 321469 w 371476"/>
                <a:gd name="connsiteY3" fmla="*/ 73820 h 107157"/>
                <a:gd name="connsiteX4" fmla="*/ 371476 w 371476"/>
                <a:gd name="connsiteY4" fmla="*/ 107157 h 1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6" h="107157">
                  <a:moveTo>
                    <a:pt x="0" y="0"/>
                  </a:moveTo>
                  <a:lnTo>
                    <a:pt x="109538" y="26195"/>
                  </a:lnTo>
                  <a:lnTo>
                    <a:pt x="169070" y="52388"/>
                  </a:lnTo>
                  <a:lnTo>
                    <a:pt x="321469" y="73820"/>
                  </a:lnTo>
                  <a:lnTo>
                    <a:pt x="371476" y="107157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5C22A66-4BD6-4A61-8611-EC9AE73ED015}"/>
                </a:ext>
              </a:extLst>
            </p:cNvPr>
            <p:cNvGrpSpPr/>
            <p:nvPr/>
          </p:nvGrpSpPr>
          <p:grpSpPr>
            <a:xfrm rot="14400000">
              <a:off x="11227662" y="2110208"/>
              <a:ext cx="184006" cy="505119"/>
              <a:chOff x="434596" y="6400233"/>
              <a:chExt cx="71115" cy="247061"/>
            </a:xfrm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52A17C83-1F4A-4C18-9E8F-080B62F82E38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9D77A2D2-61FC-450B-8D15-41C6A4C00A48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0B38EF07-DBBD-4BA6-BB52-33AF28E92BEE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20B0F07-907D-4B57-AF89-636360A0814B}"/>
                </a:ext>
              </a:extLst>
            </p:cNvPr>
            <p:cNvGrpSpPr/>
            <p:nvPr/>
          </p:nvGrpSpPr>
          <p:grpSpPr>
            <a:xfrm>
              <a:off x="1642189" y="896187"/>
              <a:ext cx="138113" cy="138113"/>
              <a:chOff x="1642189" y="715212"/>
              <a:chExt cx="138113" cy="138113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148DE425-6692-429E-BEC3-B43568C559D8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원호 2">
                <a:extLst>
                  <a:ext uri="{FF2B5EF4-FFF2-40B4-BE49-F238E27FC236}">
                    <a16:creationId xmlns:a16="http://schemas.microsoft.com/office/drawing/2014/main" id="{178977BF-A2FD-44C4-9503-C15A735FC3A1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7410E80-F496-45A9-82BE-B71F46A4F907}"/>
                </a:ext>
              </a:extLst>
            </p:cNvPr>
            <p:cNvGrpSpPr/>
            <p:nvPr/>
          </p:nvGrpSpPr>
          <p:grpSpPr>
            <a:xfrm>
              <a:off x="10408748" y="1117210"/>
              <a:ext cx="138113" cy="138113"/>
              <a:chOff x="1642189" y="715212"/>
              <a:chExt cx="138113" cy="138113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01EA608B-1DDA-4437-AFE1-F94F1A067D34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원호 59">
                <a:extLst>
                  <a:ext uri="{FF2B5EF4-FFF2-40B4-BE49-F238E27FC236}">
                    <a16:creationId xmlns:a16="http://schemas.microsoft.com/office/drawing/2014/main" id="{2AFA24A5-11CC-407A-B81F-67A8C2A75492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B5B866-B526-264A-A3D2-221878E50A5A}"/>
              </a:ext>
            </a:extLst>
          </p:cNvPr>
          <p:cNvSpPr txBox="1"/>
          <p:nvPr/>
        </p:nvSpPr>
        <p:spPr>
          <a:xfrm>
            <a:off x="1381179" y="511062"/>
            <a:ext cx="896506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r>
              <a:rPr lang="en-US" altLang="ko-KR" b="1" i="1" kern="0" dirty="0"/>
              <a:t>4-3.</a:t>
            </a:r>
            <a:r>
              <a:rPr lang="ko-KR" altLang="en-US" b="1" i="1" kern="0" dirty="0"/>
              <a:t> 모델 설명</a:t>
            </a:r>
            <a:r>
              <a:rPr lang="en-US" altLang="ko-KR" b="1" i="1" kern="0" dirty="0"/>
              <a:t> (</a:t>
            </a:r>
            <a:r>
              <a:rPr lang="ko-KR" altLang="en-US" b="1" i="1" kern="0" dirty="0"/>
              <a:t>코드</a:t>
            </a:r>
            <a:r>
              <a:rPr lang="en-US" altLang="ko-KR" b="1" i="1" kern="0" dirty="0"/>
              <a:t>)</a:t>
            </a:r>
          </a:p>
          <a:p>
            <a:endParaRPr lang="en-US" altLang="ko-KR" b="1" i="1" kern="0" dirty="0"/>
          </a:p>
          <a:p>
            <a:pPr fontAlgn="base"/>
            <a:endParaRPr lang="en-US" altLang="ko-KR" dirty="0"/>
          </a:p>
          <a:p>
            <a:pPr fontAlgn="base"/>
            <a:r>
              <a:rPr lang="en-US" altLang="ko-Kore-KR" sz="1400" dirty="0"/>
              <a:t>		</a:t>
            </a:r>
            <a:endParaRPr lang="en-US" altLang="ko-KR" i="1" kern="0" dirty="0"/>
          </a:p>
          <a:p>
            <a:r>
              <a:rPr lang="en-US" altLang="ko-KR" b="1" i="1" kern="0" dirty="0"/>
              <a:t> </a:t>
            </a:r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kumimoji="1" lang="ko-Kore-KR" altLang="en-US" dirty="0"/>
          </a:p>
        </p:txBody>
      </p:sp>
      <p:pic>
        <p:nvPicPr>
          <p:cNvPr id="18" name="그림 17" descr="텍스트이(가) 표시된 사진&#10;&#10;자동 생성된 설명">
            <a:extLst>
              <a:ext uri="{FF2B5EF4-FFF2-40B4-BE49-F238E27FC236}">
                <a16:creationId xmlns:a16="http://schemas.microsoft.com/office/drawing/2014/main" id="{6A662F24-C98A-9E40-B306-EB2E44BDA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740" y="1834986"/>
            <a:ext cx="6553200" cy="30099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6763438-8178-C042-B641-98FB7AB8B698}"/>
              </a:ext>
            </a:extLst>
          </p:cNvPr>
          <p:cNvSpPr txBox="1"/>
          <p:nvPr/>
        </p:nvSpPr>
        <p:spPr>
          <a:xfrm>
            <a:off x="1457740" y="4883129"/>
            <a:ext cx="56423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sklearn</a:t>
            </a:r>
            <a:r>
              <a:rPr kumimoji="1" lang="ko-KR" altLang="en-US" dirty="0"/>
              <a:t>의 </a:t>
            </a:r>
            <a:r>
              <a:rPr kumimoji="1" lang="en-US" altLang="ko-KR" dirty="0" err="1"/>
              <a:t>knn</a:t>
            </a:r>
            <a:r>
              <a:rPr kumimoji="1" lang="ko-KR" altLang="en-US" dirty="0"/>
              <a:t> 모듈을 이용하여 학습 후</a:t>
            </a:r>
            <a:endParaRPr kumimoji="1" lang="en-US" altLang="ko-KR" dirty="0"/>
          </a:p>
          <a:p>
            <a:r>
              <a:rPr kumimoji="1" lang="ko-KR" altLang="en-US" dirty="0"/>
              <a:t>테스트 </a:t>
            </a:r>
            <a:r>
              <a:rPr kumimoji="1" lang="ko-KR" altLang="en-US" dirty="0" err="1"/>
              <a:t>데이터셋을</a:t>
            </a:r>
            <a:r>
              <a:rPr kumimoji="1" lang="ko-KR" altLang="en-US" dirty="0"/>
              <a:t> 이용한 </a:t>
            </a:r>
            <a:r>
              <a:rPr kumimoji="1" lang="en-US" altLang="ko-KR" dirty="0"/>
              <a:t>scores</a:t>
            </a:r>
            <a:r>
              <a:rPr kumimoji="1" lang="ko-KR" altLang="en-US" dirty="0"/>
              <a:t> 반환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  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556235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299646" y="292942"/>
            <a:ext cx="11596484" cy="6565061"/>
            <a:chOff x="299646" y="292942"/>
            <a:chExt cx="11596484" cy="6565061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B9E87AC6-7D8A-4011-89D2-A4C4EB928B9C}"/>
                </a:ext>
              </a:extLst>
            </p:cNvPr>
            <p:cNvGrpSpPr/>
            <p:nvPr/>
          </p:nvGrpSpPr>
          <p:grpSpPr>
            <a:xfrm>
              <a:off x="10134543" y="319656"/>
              <a:ext cx="723383" cy="6538347"/>
              <a:chOff x="1352940" y="111967"/>
              <a:chExt cx="723383" cy="6547377"/>
            </a:xfrm>
          </p:grpSpPr>
          <p:sp>
            <p:nvSpPr>
              <p:cNvPr id="55" name="평행 사변형 54">
                <a:extLst>
                  <a:ext uri="{FF2B5EF4-FFF2-40B4-BE49-F238E27FC236}">
                    <a16:creationId xmlns:a16="http://schemas.microsoft.com/office/drawing/2014/main" id="{D2BD948A-9FF5-4EA4-BD5F-25E4B5D83E15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6" name="자유형: 도형 55">
                <a:extLst>
                  <a:ext uri="{FF2B5EF4-FFF2-40B4-BE49-F238E27FC236}">
                    <a16:creationId xmlns:a16="http://schemas.microsoft.com/office/drawing/2014/main" id="{E06D5C5E-AECE-4796-A160-3DBA7D4D8565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79425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2AACE7C9-BCA0-4A7B-A009-6D2272B4569B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47375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A7F34A4-17AC-461B-BF1F-5E965A67CE49}"/>
                </a:ext>
              </a:extLst>
            </p:cNvPr>
            <p:cNvGrpSpPr/>
            <p:nvPr/>
          </p:nvGrpSpPr>
          <p:grpSpPr>
            <a:xfrm>
              <a:off x="1352940" y="292942"/>
              <a:ext cx="723383" cy="6565060"/>
              <a:chOff x="1352940" y="111967"/>
              <a:chExt cx="723383" cy="6565060"/>
            </a:xfrm>
          </p:grpSpPr>
          <p:sp>
            <p:nvSpPr>
              <p:cNvPr id="50" name="평행 사변형 49">
                <a:extLst>
                  <a:ext uri="{FF2B5EF4-FFF2-40B4-BE49-F238E27FC236}">
                    <a16:creationId xmlns:a16="http://schemas.microsoft.com/office/drawing/2014/main" id="{0293B272-9749-48BB-B6C1-443AB56B0080}"/>
                  </a:ext>
                </a:extLst>
              </p:cNvPr>
              <p:cNvSpPr/>
              <p:nvPr/>
            </p:nvSpPr>
            <p:spPr>
              <a:xfrm>
                <a:off x="1431428" y="138681"/>
                <a:ext cx="639968" cy="163420"/>
              </a:xfrm>
              <a:prstGeom prst="parallelogram">
                <a:avLst>
                  <a:gd name="adj" fmla="val 82143"/>
                </a:avLst>
              </a:pr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E49A0425-C44E-45D9-B5E4-A5B480A4A8A9}"/>
                  </a:ext>
                </a:extLst>
              </p:cNvPr>
              <p:cNvSpPr/>
              <p:nvPr/>
            </p:nvSpPr>
            <p:spPr>
              <a:xfrm>
                <a:off x="1352940" y="279919"/>
                <a:ext cx="643812" cy="6397108"/>
              </a:xfrm>
              <a:custGeom>
                <a:avLst/>
                <a:gdLst>
                  <a:gd name="connsiteX0" fmla="*/ 83975 w 671804"/>
                  <a:gd name="connsiteY0" fmla="*/ 46653 h 6587413"/>
                  <a:gd name="connsiteX1" fmla="*/ 130629 w 671804"/>
                  <a:gd name="connsiteY1" fmla="*/ 149290 h 6587413"/>
                  <a:gd name="connsiteX2" fmla="*/ 27992 w 671804"/>
                  <a:gd name="connsiteY2" fmla="*/ 569168 h 6587413"/>
                  <a:gd name="connsiteX3" fmla="*/ 111967 w 671804"/>
                  <a:gd name="connsiteY3" fmla="*/ 6288833 h 6587413"/>
                  <a:gd name="connsiteX4" fmla="*/ 0 w 671804"/>
                  <a:gd name="connsiteY4" fmla="*/ 6428792 h 6587413"/>
                  <a:gd name="connsiteX5" fmla="*/ 18661 w 671804"/>
                  <a:gd name="connsiteY5" fmla="*/ 6494106 h 6587413"/>
                  <a:gd name="connsiteX6" fmla="*/ 65314 w 671804"/>
                  <a:gd name="connsiteY6" fmla="*/ 6578082 h 6587413"/>
                  <a:gd name="connsiteX7" fmla="*/ 419877 w 671804"/>
                  <a:gd name="connsiteY7" fmla="*/ 6587413 h 6587413"/>
                  <a:gd name="connsiteX8" fmla="*/ 485192 w 671804"/>
                  <a:gd name="connsiteY8" fmla="*/ 6456784 h 6587413"/>
                  <a:gd name="connsiteX9" fmla="*/ 466531 w 671804"/>
                  <a:gd name="connsiteY9" fmla="*/ 6382139 h 6587413"/>
                  <a:gd name="connsiteX10" fmla="*/ 578498 w 671804"/>
                  <a:gd name="connsiteY10" fmla="*/ 6204858 h 6587413"/>
                  <a:gd name="connsiteX11" fmla="*/ 671804 w 671804"/>
                  <a:gd name="connsiteY11" fmla="*/ 5934270 h 6587413"/>
                  <a:gd name="connsiteX12" fmla="*/ 597159 w 671804"/>
                  <a:gd name="connsiteY12" fmla="*/ 923731 h 6587413"/>
                  <a:gd name="connsiteX13" fmla="*/ 559837 w 671804"/>
                  <a:gd name="connsiteY13" fmla="*/ 233266 h 6587413"/>
                  <a:gd name="connsiteX14" fmla="*/ 625151 w 671804"/>
                  <a:gd name="connsiteY14" fmla="*/ 0 h 6587413"/>
                  <a:gd name="connsiteX15" fmla="*/ 83975 w 671804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93306 w 653143"/>
                  <a:gd name="connsiteY3" fmla="*/ 6288833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65315 w 653143"/>
                  <a:gd name="connsiteY4" fmla="*/ 6428792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65314 w 653143"/>
                  <a:gd name="connsiteY0" fmla="*/ 46653 h 6587413"/>
                  <a:gd name="connsiteX1" fmla="*/ 111968 w 653143"/>
                  <a:gd name="connsiteY1" fmla="*/ 149290 h 6587413"/>
                  <a:gd name="connsiteX2" fmla="*/ 9331 w 653143"/>
                  <a:gd name="connsiteY2" fmla="*/ 569168 h 6587413"/>
                  <a:gd name="connsiteX3" fmla="*/ 149289 w 653143"/>
                  <a:gd name="connsiteY3" fmla="*/ 4553340 h 6587413"/>
                  <a:gd name="connsiteX4" fmla="*/ 130629 w 653143"/>
                  <a:gd name="connsiteY4" fmla="*/ 5719666 h 6587413"/>
                  <a:gd name="connsiteX5" fmla="*/ 0 w 653143"/>
                  <a:gd name="connsiteY5" fmla="*/ 6494106 h 6587413"/>
                  <a:gd name="connsiteX6" fmla="*/ 46653 w 653143"/>
                  <a:gd name="connsiteY6" fmla="*/ 6578082 h 6587413"/>
                  <a:gd name="connsiteX7" fmla="*/ 401216 w 653143"/>
                  <a:gd name="connsiteY7" fmla="*/ 6587413 h 6587413"/>
                  <a:gd name="connsiteX8" fmla="*/ 466531 w 653143"/>
                  <a:gd name="connsiteY8" fmla="*/ 6456784 h 6587413"/>
                  <a:gd name="connsiteX9" fmla="*/ 447870 w 653143"/>
                  <a:gd name="connsiteY9" fmla="*/ 6382139 h 6587413"/>
                  <a:gd name="connsiteX10" fmla="*/ 559837 w 653143"/>
                  <a:gd name="connsiteY10" fmla="*/ 6204858 h 6587413"/>
                  <a:gd name="connsiteX11" fmla="*/ 653143 w 653143"/>
                  <a:gd name="connsiteY11" fmla="*/ 5934270 h 6587413"/>
                  <a:gd name="connsiteX12" fmla="*/ 578498 w 653143"/>
                  <a:gd name="connsiteY12" fmla="*/ 923731 h 6587413"/>
                  <a:gd name="connsiteX13" fmla="*/ 541176 w 653143"/>
                  <a:gd name="connsiteY13" fmla="*/ 233266 h 6587413"/>
                  <a:gd name="connsiteX14" fmla="*/ 606490 w 653143"/>
                  <a:gd name="connsiteY14" fmla="*/ 0 h 6587413"/>
                  <a:gd name="connsiteX15" fmla="*/ 65314 w 653143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410130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87413"/>
                  <a:gd name="connsiteX1" fmla="*/ 102637 w 643812"/>
                  <a:gd name="connsiteY1" fmla="*/ 149290 h 6587413"/>
                  <a:gd name="connsiteX2" fmla="*/ 0 w 643812"/>
                  <a:gd name="connsiteY2" fmla="*/ 569168 h 6587413"/>
                  <a:gd name="connsiteX3" fmla="*/ 139958 w 643812"/>
                  <a:gd name="connsiteY3" fmla="*/ 4553340 h 6587413"/>
                  <a:gd name="connsiteX4" fmla="*/ 121298 w 643812"/>
                  <a:gd name="connsiteY4" fmla="*/ 5719666 h 6587413"/>
                  <a:gd name="connsiteX5" fmla="*/ 93305 w 643812"/>
                  <a:gd name="connsiteY5" fmla="*/ 6064898 h 6587413"/>
                  <a:gd name="connsiteX6" fmla="*/ 37322 w 643812"/>
                  <a:gd name="connsiteY6" fmla="*/ 6578082 h 6587413"/>
                  <a:gd name="connsiteX7" fmla="*/ 391885 w 643812"/>
                  <a:gd name="connsiteY7" fmla="*/ 6587413 h 6587413"/>
                  <a:gd name="connsiteX8" fmla="*/ 457200 w 643812"/>
                  <a:gd name="connsiteY8" fmla="*/ 6456784 h 6587413"/>
                  <a:gd name="connsiteX9" fmla="*/ 438539 w 643812"/>
                  <a:gd name="connsiteY9" fmla="*/ 6382139 h 6587413"/>
                  <a:gd name="connsiteX10" fmla="*/ 550506 w 643812"/>
                  <a:gd name="connsiteY10" fmla="*/ 6204858 h 6587413"/>
                  <a:gd name="connsiteX11" fmla="*/ 643812 w 643812"/>
                  <a:gd name="connsiteY11" fmla="*/ 5934270 h 6587413"/>
                  <a:gd name="connsiteX12" fmla="*/ 569167 w 643812"/>
                  <a:gd name="connsiteY12" fmla="*/ 923731 h 6587413"/>
                  <a:gd name="connsiteX13" fmla="*/ 531845 w 643812"/>
                  <a:gd name="connsiteY13" fmla="*/ 233266 h 6587413"/>
                  <a:gd name="connsiteX14" fmla="*/ 597159 w 643812"/>
                  <a:gd name="connsiteY14" fmla="*/ 0 h 6587413"/>
                  <a:gd name="connsiteX15" fmla="*/ 55983 w 643812"/>
                  <a:gd name="connsiteY15" fmla="*/ 46653 h 6587413"/>
                  <a:gd name="connsiteX0" fmla="*/ 55983 w 643812"/>
                  <a:gd name="connsiteY0" fmla="*/ 46653 h 6596743"/>
                  <a:gd name="connsiteX1" fmla="*/ 102637 w 643812"/>
                  <a:gd name="connsiteY1" fmla="*/ 149290 h 6596743"/>
                  <a:gd name="connsiteX2" fmla="*/ 0 w 643812"/>
                  <a:gd name="connsiteY2" fmla="*/ 569168 h 6596743"/>
                  <a:gd name="connsiteX3" fmla="*/ 139958 w 643812"/>
                  <a:gd name="connsiteY3" fmla="*/ 4553340 h 6596743"/>
                  <a:gd name="connsiteX4" fmla="*/ 121298 w 643812"/>
                  <a:gd name="connsiteY4" fmla="*/ 5719666 h 6596743"/>
                  <a:gd name="connsiteX5" fmla="*/ 93305 w 643812"/>
                  <a:gd name="connsiteY5" fmla="*/ 6064898 h 6596743"/>
                  <a:gd name="connsiteX6" fmla="*/ 102637 w 643812"/>
                  <a:gd name="connsiteY6" fmla="*/ 6596743 h 6596743"/>
                  <a:gd name="connsiteX7" fmla="*/ 391885 w 643812"/>
                  <a:gd name="connsiteY7" fmla="*/ 6587413 h 6596743"/>
                  <a:gd name="connsiteX8" fmla="*/ 457200 w 643812"/>
                  <a:gd name="connsiteY8" fmla="*/ 6456784 h 6596743"/>
                  <a:gd name="connsiteX9" fmla="*/ 438539 w 643812"/>
                  <a:gd name="connsiteY9" fmla="*/ 6382139 h 6596743"/>
                  <a:gd name="connsiteX10" fmla="*/ 550506 w 643812"/>
                  <a:gd name="connsiteY10" fmla="*/ 6204858 h 6596743"/>
                  <a:gd name="connsiteX11" fmla="*/ 643812 w 643812"/>
                  <a:gd name="connsiteY11" fmla="*/ 5934270 h 6596743"/>
                  <a:gd name="connsiteX12" fmla="*/ 569167 w 643812"/>
                  <a:gd name="connsiteY12" fmla="*/ 923731 h 6596743"/>
                  <a:gd name="connsiteX13" fmla="*/ 531845 w 643812"/>
                  <a:gd name="connsiteY13" fmla="*/ 233266 h 6596743"/>
                  <a:gd name="connsiteX14" fmla="*/ 597159 w 643812"/>
                  <a:gd name="connsiteY14" fmla="*/ 0 h 6596743"/>
                  <a:gd name="connsiteX15" fmla="*/ 55983 w 643812"/>
                  <a:gd name="connsiteY15" fmla="*/ 46653 h 6596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3812" h="6596743">
                    <a:moveTo>
                      <a:pt x="55983" y="46653"/>
                    </a:moveTo>
                    <a:lnTo>
                      <a:pt x="102637" y="149290"/>
                    </a:lnTo>
                    <a:lnTo>
                      <a:pt x="0" y="569168"/>
                    </a:lnTo>
                    <a:lnTo>
                      <a:pt x="139958" y="4553340"/>
                    </a:lnTo>
                    <a:lnTo>
                      <a:pt x="121298" y="5719666"/>
                    </a:lnTo>
                    <a:lnTo>
                      <a:pt x="93305" y="6064898"/>
                    </a:lnTo>
                    <a:lnTo>
                      <a:pt x="102637" y="6596743"/>
                    </a:lnTo>
                    <a:lnTo>
                      <a:pt x="391885" y="6587413"/>
                    </a:lnTo>
                    <a:lnTo>
                      <a:pt x="457200" y="6456784"/>
                    </a:lnTo>
                    <a:lnTo>
                      <a:pt x="438539" y="6382139"/>
                    </a:lnTo>
                    <a:lnTo>
                      <a:pt x="550506" y="6204858"/>
                    </a:lnTo>
                    <a:lnTo>
                      <a:pt x="643812" y="5934270"/>
                    </a:lnTo>
                    <a:lnTo>
                      <a:pt x="569167" y="923731"/>
                    </a:lnTo>
                    <a:lnTo>
                      <a:pt x="531845" y="233266"/>
                    </a:lnTo>
                    <a:lnTo>
                      <a:pt x="597159" y="0"/>
                    </a:lnTo>
                    <a:lnTo>
                      <a:pt x="55983" y="46653"/>
                    </a:ln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BDF9E165-C2E6-4429-A111-05226F28102E}"/>
                  </a:ext>
                </a:extLst>
              </p:cNvPr>
              <p:cNvSpPr/>
              <p:nvPr/>
            </p:nvSpPr>
            <p:spPr>
              <a:xfrm>
                <a:off x="1716833" y="111967"/>
                <a:ext cx="359490" cy="6565058"/>
              </a:xfrm>
              <a:custGeom>
                <a:avLst/>
                <a:gdLst>
                  <a:gd name="connsiteX0" fmla="*/ 354563 w 391885"/>
                  <a:gd name="connsiteY0" fmla="*/ 0 h 6755364"/>
                  <a:gd name="connsiteX1" fmla="*/ 167951 w 391885"/>
                  <a:gd name="connsiteY1" fmla="*/ 214604 h 6755364"/>
                  <a:gd name="connsiteX2" fmla="*/ 46653 w 391885"/>
                  <a:gd name="connsiteY2" fmla="*/ 4058817 h 6755364"/>
                  <a:gd name="connsiteX3" fmla="*/ 0 w 391885"/>
                  <a:gd name="connsiteY3" fmla="*/ 6690049 h 6755364"/>
                  <a:gd name="connsiteX4" fmla="*/ 27991 w 391885"/>
                  <a:gd name="connsiteY4" fmla="*/ 6755364 h 6755364"/>
                  <a:gd name="connsiteX5" fmla="*/ 233265 w 391885"/>
                  <a:gd name="connsiteY5" fmla="*/ 6755364 h 6755364"/>
                  <a:gd name="connsiteX6" fmla="*/ 317240 w 391885"/>
                  <a:gd name="connsiteY6" fmla="*/ 6540760 h 6755364"/>
                  <a:gd name="connsiteX7" fmla="*/ 391885 w 391885"/>
                  <a:gd name="connsiteY7" fmla="*/ 6251511 h 6755364"/>
                  <a:gd name="connsiteX8" fmla="*/ 354563 w 391885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317240 w 359490"/>
                  <a:gd name="connsiteY6" fmla="*/ 6540760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233265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  <a:gd name="connsiteX0" fmla="*/ 354563 w 359490"/>
                  <a:gd name="connsiteY0" fmla="*/ 0 h 6755364"/>
                  <a:gd name="connsiteX1" fmla="*/ 167951 w 359490"/>
                  <a:gd name="connsiteY1" fmla="*/ 214604 h 6755364"/>
                  <a:gd name="connsiteX2" fmla="*/ 46653 w 359490"/>
                  <a:gd name="connsiteY2" fmla="*/ 4058817 h 6755364"/>
                  <a:gd name="connsiteX3" fmla="*/ 0 w 359490"/>
                  <a:gd name="connsiteY3" fmla="*/ 6690049 h 6755364"/>
                  <a:gd name="connsiteX4" fmla="*/ 27991 w 359490"/>
                  <a:gd name="connsiteY4" fmla="*/ 6755364 h 6755364"/>
                  <a:gd name="connsiteX5" fmla="*/ 186612 w 359490"/>
                  <a:gd name="connsiteY5" fmla="*/ 6755364 h 6755364"/>
                  <a:gd name="connsiteX6" fmla="*/ 205273 w 359490"/>
                  <a:gd name="connsiteY6" fmla="*/ 6522099 h 6755364"/>
                  <a:gd name="connsiteX7" fmla="*/ 307909 w 359490"/>
                  <a:gd name="connsiteY7" fmla="*/ 5784980 h 6755364"/>
                  <a:gd name="connsiteX8" fmla="*/ 354563 w 359490"/>
                  <a:gd name="connsiteY8" fmla="*/ 0 h 6755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9490" h="6755364">
                    <a:moveTo>
                      <a:pt x="354563" y="0"/>
                    </a:moveTo>
                    <a:lnTo>
                      <a:pt x="167951" y="214604"/>
                    </a:lnTo>
                    <a:lnTo>
                      <a:pt x="46653" y="4058817"/>
                    </a:lnTo>
                    <a:lnTo>
                      <a:pt x="0" y="6690049"/>
                    </a:lnTo>
                    <a:lnTo>
                      <a:pt x="27991" y="6755364"/>
                    </a:lnTo>
                    <a:lnTo>
                      <a:pt x="186612" y="6755364"/>
                    </a:lnTo>
                    <a:lnTo>
                      <a:pt x="205273" y="6522099"/>
                    </a:lnTo>
                    <a:cubicBezTo>
                      <a:pt x="230155" y="6425683"/>
                      <a:pt x="283027" y="5881396"/>
                      <a:pt x="307909" y="5784980"/>
                    </a:cubicBezTo>
                    <a:cubicBezTo>
                      <a:pt x="301689" y="3704253"/>
                      <a:pt x="379444" y="2090058"/>
                      <a:pt x="354563" y="0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444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8" name="자유형 47">
              <a:extLst>
                <a:ext uri="{FF2B5EF4-FFF2-40B4-BE49-F238E27FC236}">
                  <a16:creationId xmlns:a16="http://schemas.microsoft.com/office/drawing/2014/main" id="{C994FB7E-B653-4867-9E6B-9D580EE53B31}"/>
                </a:ext>
              </a:extLst>
            </p:cNvPr>
            <p:cNvSpPr/>
            <p:nvPr/>
          </p:nvSpPr>
          <p:spPr>
            <a:xfrm>
              <a:off x="402214" y="575646"/>
              <a:ext cx="11493916" cy="6282355"/>
            </a:xfrm>
            <a:custGeom>
              <a:avLst/>
              <a:gdLst>
                <a:gd name="connsiteX0" fmla="*/ 11448984 w 11493916"/>
                <a:gd name="connsiteY0" fmla="*/ 0 h 6282355"/>
                <a:gd name="connsiteX1" fmla="*/ 11340726 w 11493916"/>
                <a:gd name="connsiteY1" fmla="*/ 835793 h 6282355"/>
                <a:gd name="connsiteX2" fmla="*/ 11420871 w 11493916"/>
                <a:gd name="connsiteY2" fmla="*/ 1189789 h 6282355"/>
                <a:gd name="connsiteX3" fmla="*/ 11356754 w 11493916"/>
                <a:gd name="connsiteY3" fmla="*/ 1801236 h 6282355"/>
                <a:gd name="connsiteX4" fmla="*/ 11052201 w 11493916"/>
                <a:gd name="connsiteY4" fmla="*/ 1913870 h 6282355"/>
                <a:gd name="connsiteX5" fmla="*/ 10555298 w 11493916"/>
                <a:gd name="connsiteY5" fmla="*/ 2106958 h 6282355"/>
                <a:gd name="connsiteX6" fmla="*/ 11436901 w 11493916"/>
                <a:gd name="connsiteY6" fmla="*/ 2123050 h 6282355"/>
                <a:gd name="connsiteX7" fmla="*/ 11484987 w 11493916"/>
                <a:gd name="connsiteY7" fmla="*/ 2718406 h 6282355"/>
                <a:gd name="connsiteX8" fmla="*/ 11420871 w 11493916"/>
                <a:gd name="connsiteY8" fmla="*/ 3168945 h 6282355"/>
                <a:gd name="connsiteX9" fmla="*/ 11468958 w 11493916"/>
                <a:gd name="connsiteY9" fmla="*/ 3844755 h 6282355"/>
                <a:gd name="connsiteX10" fmla="*/ 10843823 w 11493916"/>
                <a:gd name="connsiteY10" fmla="*/ 4150479 h 6282355"/>
                <a:gd name="connsiteX11" fmla="*/ 11452930 w 11493916"/>
                <a:gd name="connsiteY11" fmla="*/ 4118297 h 6282355"/>
                <a:gd name="connsiteX12" fmla="*/ 11372783 w 11493916"/>
                <a:gd name="connsiteY12" fmla="*/ 4681471 h 6282355"/>
                <a:gd name="connsiteX13" fmla="*/ 11394977 w 11493916"/>
                <a:gd name="connsiteY13" fmla="*/ 5428741 h 6282355"/>
                <a:gd name="connsiteX14" fmla="*/ 11493916 w 11493916"/>
                <a:gd name="connsiteY14" fmla="*/ 6282355 h 6282355"/>
                <a:gd name="connsiteX15" fmla="*/ 10650589 w 11493916"/>
                <a:gd name="connsiteY15" fmla="*/ 6282355 h 6282355"/>
                <a:gd name="connsiteX16" fmla="*/ 1995744 w 11493916"/>
                <a:gd name="connsiteY16" fmla="*/ 2026506 h 6282355"/>
                <a:gd name="connsiteX17" fmla="*/ 0 w 11493916"/>
                <a:gd name="connsiteY17" fmla="*/ 198925 h 6282355"/>
                <a:gd name="connsiteX18" fmla="*/ 366274 w 11493916"/>
                <a:gd name="connsiteY18" fmla="*/ 46680 h 6282355"/>
                <a:gd name="connsiteX19" fmla="*/ 1514871 w 11493916"/>
                <a:gd name="connsiteY19" fmla="*/ 115234 h 6282355"/>
                <a:gd name="connsiteX20" fmla="*/ 2428531 w 11493916"/>
                <a:gd name="connsiteY20" fmla="*/ 95621 h 6282355"/>
                <a:gd name="connsiteX21" fmla="*/ 3454631 w 11493916"/>
                <a:gd name="connsiteY21" fmla="*/ 148367 h 6282355"/>
                <a:gd name="connsiteX22" fmla="*/ 4688638 w 11493916"/>
                <a:gd name="connsiteY22" fmla="*/ 143892 h 6282355"/>
                <a:gd name="connsiteX23" fmla="*/ 5650385 w 11493916"/>
                <a:gd name="connsiteY23" fmla="*/ 111712 h 6282355"/>
                <a:gd name="connsiteX24" fmla="*/ 5970968 w 11493916"/>
                <a:gd name="connsiteY24" fmla="*/ 159984 h 6282355"/>
                <a:gd name="connsiteX25" fmla="*/ 6271456 w 11493916"/>
                <a:gd name="connsiteY25" fmla="*/ 126182 h 6282355"/>
                <a:gd name="connsiteX26" fmla="*/ 6557081 w 11493916"/>
                <a:gd name="connsiteY26" fmla="*/ 115964 h 6282355"/>
                <a:gd name="connsiteX27" fmla="*/ 6901273 w 11493916"/>
                <a:gd name="connsiteY27" fmla="*/ 135578 h 6282355"/>
                <a:gd name="connsiteX28" fmla="*/ 7477706 w 11493916"/>
                <a:gd name="connsiteY28" fmla="*/ 101169 h 6282355"/>
                <a:gd name="connsiteX29" fmla="*/ 8641790 w 11493916"/>
                <a:gd name="connsiteY29" fmla="*/ 98210 h 6282355"/>
                <a:gd name="connsiteX30" fmla="*/ 9320130 w 11493916"/>
                <a:gd name="connsiteY30" fmla="*/ 110693 h 6282355"/>
                <a:gd name="connsiteX31" fmla="*/ 10103851 w 11493916"/>
                <a:gd name="connsiteY31" fmla="*/ 149747 h 6282355"/>
                <a:gd name="connsiteX32" fmla="*/ 10997537 w 11493916"/>
                <a:gd name="connsiteY32" fmla="*/ 28944 h 6282355"/>
                <a:gd name="connsiteX33" fmla="*/ 11448984 w 11493916"/>
                <a:gd name="connsiteY33" fmla="*/ 0 h 628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493916" h="6282355">
                  <a:moveTo>
                    <a:pt x="11448984" y="0"/>
                  </a:moveTo>
                  <a:lnTo>
                    <a:pt x="11340726" y="835793"/>
                  </a:lnTo>
                  <a:lnTo>
                    <a:pt x="11420871" y="1189789"/>
                  </a:lnTo>
                  <a:lnTo>
                    <a:pt x="11356754" y="1801236"/>
                  </a:lnTo>
                  <a:lnTo>
                    <a:pt x="11052201" y="1913870"/>
                  </a:lnTo>
                  <a:lnTo>
                    <a:pt x="10555298" y="2106958"/>
                  </a:lnTo>
                  <a:lnTo>
                    <a:pt x="11436901" y="2123050"/>
                  </a:lnTo>
                  <a:lnTo>
                    <a:pt x="11484987" y="2718406"/>
                  </a:lnTo>
                  <a:lnTo>
                    <a:pt x="11420871" y="3168945"/>
                  </a:lnTo>
                  <a:lnTo>
                    <a:pt x="11468958" y="3844755"/>
                  </a:lnTo>
                  <a:lnTo>
                    <a:pt x="10843823" y="4150479"/>
                  </a:lnTo>
                  <a:lnTo>
                    <a:pt x="11452930" y="4118297"/>
                  </a:lnTo>
                  <a:lnTo>
                    <a:pt x="11372783" y="4681471"/>
                  </a:lnTo>
                  <a:lnTo>
                    <a:pt x="11394977" y="5428741"/>
                  </a:lnTo>
                  <a:lnTo>
                    <a:pt x="11493916" y="6282355"/>
                  </a:lnTo>
                  <a:lnTo>
                    <a:pt x="10650589" y="6282355"/>
                  </a:lnTo>
                  <a:lnTo>
                    <a:pt x="1995744" y="2026506"/>
                  </a:lnTo>
                  <a:lnTo>
                    <a:pt x="0" y="198925"/>
                  </a:lnTo>
                  <a:lnTo>
                    <a:pt x="366274" y="46680"/>
                  </a:lnTo>
                  <a:lnTo>
                    <a:pt x="1514871" y="115234"/>
                  </a:lnTo>
                  <a:lnTo>
                    <a:pt x="2428531" y="95621"/>
                  </a:lnTo>
                  <a:lnTo>
                    <a:pt x="3454631" y="148367"/>
                  </a:lnTo>
                  <a:lnTo>
                    <a:pt x="4688638" y="143892"/>
                  </a:lnTo>
                  <a:lnTo>
                    <a:pt x="5650385" y="111712"/>
                  </a:lnTo>
                  <a:lnTo>
                    <a:pt x="5970968" y="159984"/>
                  </a:lnTo>
                  <a:lnTo>
                    <a:pt x="6271456" y="126182"/>
                  </a:lnTo>
                  <a:lnTo>
                    <a:pt x="6557081" y="115964"/>
                  </a:lnTo>
                  <a:lnTo>
                    <a:pt x="6901273" y="135578"/>
                  </a:lnTo>
                  <a:lnTo>
                    <a:pt x="7477706" y="101169"/>
                  </a:lnTo>
                  <a:lnTo>
                    <a:pt x="8641790" y="98210"/>
                  </a:lnTo>
                  <a:lnTo>
                    <a:pt x="9320130" y="110693"/>
                  </a:lnTo>
                  <a:lnTo>
                    <a:pt x="10103851" y="149747"/>
                  </a:lnTo>
                  <a:lnTo>
                    <a:pt x="10997537" y="28944"/>
                  </a:lnTo>
                  <a:cubicBezTo>
                    <a:pt x="11160719" y="6595"/>
                    <a:pt x="11276277" y="31874"/>
                    <a:pt x="11448984" y="0"/>
                  </a:cubicBez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7" name="자유형 36">
              <a:extLst>
                <a:ext uri="{FF2B5EF4-FFF2-40B4-BE49-F238E27FC236}">
                  <a16:creationId xmlns:a16="http://schemas.microsoft.com/office/drawing/2014/main" id="{57FA0CF9-A005-4242-8FA6-A1F348526E00}"/>
                </a:ext>
              </a:extLst>
            </p:cNvPr>
            <p:cNvSpPr/>
            <p:nvPr/>
          </p:nvSpPr>
          <p:spPr>
            <a:xfrm>
              <a:off x="299646" y="705666"/>
              <a:ext cx="11447336" cy="6152335"/>
            </a:xfrm>
            <a:custGeom>
              <a:avLst/>
              <a:gdLst>
                <a:gd name="connsiteX0" fmla="*/ 11393358 w 11447336"/>
                <a:gd name="connsiteY0" fmla="*/ 0 h 6152335"/>
                <a:gd name="connsiteX1" fmla="*/ 11307170 w 11447336"/>
                <a:gd name="connsiteY1" fmla="*/ 1704693 h 6152335"/>
                <a:gd name="connsiteX2" fmla="*/ 10683667 w 11447336"/>
                <a:gd name="connsiteY2" fmla="*/ 2012727 h 6152335"/>
                <a:gd name="connsiteX3" fmla="*/ 11283096 w 11447336"/>
                <a:gd name="connsiteY3" fmla="*/ 2105364 h 6152335"/>
                <a:gd name="connsiteX4" fmla="*/ 11358740 w 11447336"/>
                <a:gd name="connsiteY4" fmla="*/ 2658298 h 6152335"/>
                <a:gd name="connsiteX5" fmla="*/ 11333649 w 11447336"/>
                <a:gd name="connsiteY5" fmla="*/ 3476335 h 6152335"/>
                <a:gd name="connsiteX6" fmla="*/ 11389874 w 11447336"/>
                <a:gd name="connsiteY6" fmla="*/ 3634930 h 6152335"/>
                <a:gd name="connsiteX7" fmla="*/ 11336669 w 11447336"/>
                <a:gd name="connsiteY7" fmla="*/ 3847714 h 6152335"/>
                <a:gd name="connsiteX8" fmla="*/ 10593751 w 11447336"/>
                <a:gd name="connsiteY8" fmla="*/ 4084822 h 6152335"/>
                <a:gd name="connsiteX9" fmla="*/ 11093674 w 11447336"/>
                <a:gd name="connsiteY9" fmla="*/ 4168881 h 6152335"/>
                <a:gd name="connsiteX10" fmla="*/ 11389318 w 11447336"/>
                <a:gd name="connsiteY10" fmla="*/ 4170291 h 6152335"/>
                <a:gd name="connsiteX11" fmla="*/ 11331799 w 11447336"/>
                <a:gd name="connsiteY11" fmla="*/ 4919227 h 6152335"/>
                <a:gd name="connsiteX12" fmla="*/ 11347829 w 11447336"/>
                <a:gd name="connsiteY12" fmla="*/ 5494238 h 6152335"/>
                <a:gd name="connsiteX13" fmla="*/ 11447336 w 11447336"/>
                <a:gd name="connsiteY13" fmla="*/ 6152335 h 6152335"/>
                <a:gd name="connsiteX14" fmla="*/ 0 w 11447336"/>
                <a:gd name="connsiteY14" fmla="*/ 6152335 h 6152335"/>
                <a:gd name="connsiteX15" fmla="*/ 34965 w 11447336"/>
                <a:gd name="connsiteY15" fmla="*/ 5491279 h 6152335"/>
                <a:gd name="connsiteX16" fmla="*/ 18473 w 11447336"/>
                <a:gd name="connsiteY16" fmla="*/ 5063395 h 6152335"/>
                <a:gd name="connsiteX17" fmla="*/ 70044 w 11447336"/>
                <a:gd name="connsiteY17" fmla="*/ 4551453 h 6152335"/>
                <a:gd name="connsiteX18" fmla="*/ 158790 w 11447336"/>
                <a:gd name="connsiteY18" fmla="*/ 4149185 h 6152335"/>
                <a:gd name="connsiteX19" fmla="*/ 73064 w 11447336"/>
                <a:gd name="connsiteY19" fmla="*/ 3985965 h 6152335"/>
                <a:gd name="connsiteX20" fmla="*/ 361097 w 11447336"/>
                <a:gd name="connsiteY20" fmla="*/ 3872683 h 6152335"/>
                <a:gd name="connsiteX21" fmla="*/ 63539 w 11447336"/>
                <a:gd name="connsiteY21" fmla="*/ 3737393 h 6152335"/>
                <a:gd name="connsiteX22" fmla="*/ 147168 w 11447336"/>
                <a:gd name="connsiteY22" fmla="*/ 3190308 h 6152335"/>
                <a:gd name="connsiteX23" fmla="*/ 12431 w 11447336"/>
                <a:gd name="connsiteY23" fmla="*/ 2724972 h 6152335"/>
                <a:gd name="connsiteX24" fmla="*/ 142760 w 11447336"/>
                <a:gd name="connsiteY24" fmla="*/ 2266572 h 6152335"/>
                <a:gd name="connsiteX25" fmla="*/ 1980 w 11447336"/>
                <a:gd name="connsiteY25" fmla="*/ 1968709 h 6152335"/>
                <a:gd name="connsiteX26" fmla="*/ 291185 w 11447336"/>
                <a:gd name="connsiteY26" fmla="*/ 1908971 h 6152335"/>
                <a:gd name="connsiteX27" fmla="*/ 31481 w 11447336"/>
                <a:gd name="connsiteY27" fmla="*/ 1852838 h 6152335"/>
                <a:gd name="connsiteX28" fmla="*/ 130214 w 11447336"/>
                <a:gd name="connsiteY28" fmla="*/ 1323139 h 6152335"/>
                <a:gd name="connsiteX29" fmla="*/ 162735 w 11447336"/>
                <a:gd name="connsiteY29" fmla="*/ 994112 h 6152335"/>
                <a:gd name="connsiteX30" fmla="*/ 94673 w 11447336"/>
                <a:gd name="connsiteY30" fmla="*/ 721865 h 6152335"/>
                <a:gd name="connsiteX31" fmla="*/ 62615 w 11447336"/>
                <a:gd name="connsiteY31" fmla="*/ 319597 h 6152335"/>
                <a:gd name="connsiteX32" fmla="*/ 76085 w 11447336"/>
                <a:gd name="connsiteY32" fmla="*/ 52620 h 6152335"/>
                <a:gd name="connsiteX33" fmla="*/ 2947857 w 11447336"/>
                <a:gd name="connsiteY33" fmla="*/ 158690 h 6152335"/>
                <a:gd name="connsiteX34" fmla="*/ 5994778 w 11447336"/>
                <a:gd name="connsiteY34" fmla="*/ 105147 h 6152335"/>
                <a:gd name="connsiteX35" fmla="*/ 7863220 w 11447336"/>
                <a:gd name="connsiteY35" fmla="*/ 110048 h 6152335"/>
                <a:gd name="connsiteX36" fmla="*/ 9744207 w 11447336"/>
                <a:gd name="connsiteY36" fmla="*/ 144541 h 61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1447336" h="6152335">
                  <a:moveTo>
                    <a:pt x="11393358" y="0"/>
                  </a:moveTo>
                  <a:lnTo>
                    <a:pt x="11307170" y="1704693"/>
                  </a:lnTo>
                  <a:lnTo>
                    <a:pt x="10683667" y="2012727"/>
                  </a:lnTo>
                  <a:lnTo>
                    <a:pt x="11283096" y="2105364"/>
                  </a:lnTo>
                  <a:lnTo>
                    <a:pt x="11358740" y="2658298"/>
                  </a:lnTo>
                  <a:lnTo>
                    <a:pt x="11333649" y="3476335"/>
                  </a:lnTo>
                  <a:lnTo>
                    <a:pt x="11389874" y="3634930"/>
                  </a:lnTo>
                  <a:lnTo>
                    <a:pt x="11336669" y="3847714"/>
                  </a:lnTo>
                  <a:lnTo>
                    <a:pt x="10593751" y="4084822"/>
                  </a:lnTo>
                  <a:lnTo>
                    <a:pt x="11093674" y="4168881"/>
                  </a:lnTo>
                  <a:lnTo>
                    <a:pt x="11389318" y="4170291"/>
                  </a:lnTo>
                  <a:lnTo>
                    <a:pt x="11331799" y="4919227"/>
                  </a:lnTo>
                  <a:lnTo>
                    <a:pt x="11347829" y="5494238"/>
                  </a:lnTo>
                  <a:lnTo>
                    <a:pt x="11447336" y="6152335"/>
                  </a:lnTo>
                  <a:lnTo>
                    <a:pt x="0" y="6152335"/>
                  </a:lnTo>
                  <a:lnTo>
                    <a:pt x="34965" y="5491279"/>
                  </a:lnTo>
                  <a:lnTo>
                    <a:pt x="18473" y="5063395"/>
                  </a:lnTo>
                  <a:lnTo>
                    <a:pt x="70044" y="4551453"/>
                  </a:lnTo>
                  <a:lnTo>
                    <a:pt x="158790" y="4149185"/>
                  </a:lnTo>
                  <a:lnTo>
                    <a:pt x="73064" y="3985965"/>
                  </a:lnTo>
                  <a:lnTo>
                    <a:pt x="361097" y="3872683"/>
                  </a:lnTo>
                  <a:lnTo>
                    <a:pt x="63539" y="3737393"/>
                  </a:lnTo>
                  <a:lnTo>
                    <a:pt x="147168" y="3190308"/>
                  </a:lnTo>
                  <a:lnTo>
                    <a:pt x="12431" y="2724972"/>
                  </a:lnTo>
                  <a:lnTo>
                    <a:pt x="142760" y="2266572"/>
                  </a:lnTo>
                  <a:lnTo>
                    <a:pt x="1980" y="1968709"/>
                  </a:lnTo>
                  <a:lnTo>
                    <a:pt x="291185" y="1908971"/>
                  </a:lnTo>
                  <a:lnTo>
                    <a:pt x="31481" y="1852838"/>
                  </a:lnTo>
                  <a:lnTo>
                    <a:pt x="130214" y="1323139"/>
                  </a:lnTo>
                  <a:lnTo>
                    <a:pt x="162735" y="994112"/>
                  </a:lnTo>
                  <a:lnTo>
                    <a:pt x="94673" y="721865"/>
                  </a:lnTo>
                  <a:lnTo>
                    <a:pt x="62615" y="319597"/>
                  </a:lnTo>
                  <a:lnTo>
                    <a:pt x="76085" y="52620"/>
                  </a:lnTo>
                  <a:lnTo>
                    <a:pt x="2947857" y="158690"/>
                  </a:lnTo>
                  <a:lnTo>
                    <a:pt x="5994778" y="105147"/>
                  </a:lnTo>
                  <a:lnTo>
                    <a:pt x="7863220" y="110048"/>
                  </a:lnTo>
                  <a:lnTo>
                    <a:pt x="9744207" y="144541"/>
                  </a:lnTo>
                  <a:close/>
                </a:path>
              </a:pathLst>
            </a:custGeom>
            <a:solidFill>
              <a:schemeClr val="bg1"/>
            </a:solidFill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3976A80-8E84-4AFD-A03C-CFC65AD1BDF1}"/>
                </a:ext>
              </a:extLst>
            </p:cNvPr>
            <p:cNvSpPr/>
            <p:nvPr/>
          </p:nvSpPr>
          <p:spPr>
            <a:xfrm>
              <a:off x="11717153" y="575645"/>
              <a:ext cx="149837" cy="143932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E90DAE53-28D2-4E04-8C86-ECB6E88C6E11}"/>
                </a:ext>
              </a:extLst>
            </p:cNvPr>
            <p:cNvSpPr/>
            <p:nvPr/>
          </p:nvSpPr>
          <p:spPr>
            <a:xfrm>
              <a:off x="11527708" y="2705101"/>
              <a:ext cx="359490" cy="95250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29AC080A-427E-4145-8CE6-5FB0B0B111AA}"/>
                </a:ext>
              </a:extLst>
            </p:cNvPr>
            <p:cNvSpPr/>
            <p:nvPr/>
          </p:nvSpPr>
          <p:spPr>
            <a:xfrm>
              <a:off x="11689519" y="4665783"/>
              <a:ext cx="197679" cy="217346"/>
            </a:xfrm>
            <a:custGeom>
              <a:avLst/>
              <a:gdLst>
                <a:gd name="connsiteX0" fmla="*/ 0 w 228600"/>
                <a:gd name="connsiteY0" fmla="*/ 215900 h 215900"/>
                <a:gd name="connsiteX1" fmla="*/ 228600 w 228600"/>
                <a:gd name="connsiteY1" fmla="*/ 0 h 21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8600" h="215900">
                  <a:moveTo>
                    <a:pt x="0" y="215900"/>
                  </a:moveTo>
                  <a:lnTo>
                    <a:pt x="228600" y="0"/>
                  </a:lnTo>
                </a:path>
              </a:pathLst>
            </a:custGeom>
            <a:noFill/>
            <a:ln w="4445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21CC290D-F882-4AC2-A8B1-E43AB3BCBF40}"/>
                </a:ext>
              </a:extLst>
            </p:cNvPr>
            <p:cNvGrpSpPr/>
            <p:nvPr/>
          </p:nvGrpSpPr>
          <p:grpSpPr>
            <a:xfrm rot="16200000">
              <a:off x="932618" y="582190"/>
              <a:ext cx="39755" cy="752591"/>
              <a:chOff x="1079500" y="1271035"/>
              <a:chExt cx="39755" cy="752591"/>
            </a:xfrm>
          </p:grpSpPr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E122FC40-918F-4EE8-85A9-1F35BFF3B2A3}"/>
                  </a:ext>
                </a:extLst>
              </p:cNvPr>
              <p:cNvSpPr/>
              <p:nvPr/>
            </p:nvSpPr>
            <p:spPr>
              <a:xfrm>
                <a:off x="1079500" y="1411626"/>
                <a:ext cx="26236" cy="61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36" h="895350">
                    <a:moveTo>
                      <a:pt x="0" y="0"/>
                    </a:moveTo>
                    <a:cubicBezTo>
                      <a:pt x="3175" y="161925"/>
                      <a:pt x="5208" y="323876"/>
                      <a:pt x="9525" y="485775"/>
                    </a:cubicBezTo>
                    <a:cubicBezTo>
                      <a:pt x="11558" y="562014"/>
                      <a:pt x="13803" y="638290"/>
                      <a:pt x="19050" y="714375"/>
                    </a:cubicBezTo>
                    <a:cubicBezTo>
                      <a:pt x="31688" y="897631"/>
                      <a:pt x="23812" y="713803"/>
                      <a:pt x="23812" y="89535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AA65A7FD-618B-4D82-9D9B-1280A8472C95}"/>
                  </a:ext>
                </a:extLst>
              </p:cNvPr>
              <p:cNvSpPr/>
              <p:nvPr/>
            </p:nvSpPr>
            <p:spPr>
              <a:xfrm>
                <a:off x="1112835" y="1271035"/>
                <a:ext cx="6420" cy="378619"/>
              </a:xfrm>
              <a:custGeom>
                <a:avLst/>
                <a:gdLst>
                  <a:gd name="connsiteX0" fmla="*/ 32827 w 32827"/>
                  <a:gd name="connsiteY0" fmla="*/ 0 h 381000"/>
                  <a:gd name="connsiteX1" fmla="*/ 13777 w 32827"/>
                  <a:gd name="connsiteY1" fmla="*/ 381000 h 381000"/>
                  <a:gd name="connsiteX0" fmla="*/ 31090 w 31090"/>
                  <a:gd name="connsiteY0" fmla="*/ 0 h 383381"/>
                  <a:gd name="connsiteX1" fmla="*/ 16803 w 31090"/>
                  <a:gd name="connsiteY1" fmla="*/ 383381 h 383381"/>
                  <a:gd name="connsiteX0" fmla="*/ 14287 w 14287"/>
                  <a:gd name="connsiteY0" fmla="*/ 0 h 383381"/>
                  <a:gd name="connsiteX1" fmla="*/ 0 w 14287"/>
                  <a:gd name="connsiteY1" fmla="*/ 383381 h 383381"/>
                  <a:gd name="connsiteX0" fmla="*/ 4038 w 6420"/>
                  <a:gd name="connsiteY0" fmla="*/ 0 h 378619"/>
                  <a:gd name="connsiteX1" fmla="*/ 6420 w 6420"/>
                  <a:gd name="connsiteY1" fmla="*/ 378619 h 378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420" h="378619">
                    <a:moveTo>
                      <a:pt x="4038" y="0"/>
                    </a:moveTo>
                    <a:cubicBezTo>
                      <a:pt x="-6276" y="160327"/>
                      <a:pt x="6420" y="28146"/>
                      <a:pt x="6420" y="378619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5A63A572-1A8C-4C7D-B7E6-2580A63AC24E}"/>
                </a:ext>
              </a:extLst>
            </p:cNvPr>
            <p:cNvGrpSpPr/>
            <p:nvPr/>
          </p:nvGrpSpPr>
          <p:grpSpPr>
            <a:xfrm>
              <a:off x="11326182" y="6214865"/>
              <a:ext cx="175911" cy="505119"/>
              <a:chOff x="434596" y="6400233"/>
              <a:chExt cx="71115" cy="247061"/>
            </a:xfrm>
          </p:grpSpPr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E6D3D0A-253E-4970-B5D6-A7E431629831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4649F4E3-B00B-4AD7-8514-7E87664056F7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1A8E493D-62EB-4332-8EDE-C7CB259CFF52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0D9529E1-D42E-448B-8CCB-7A75456D4D59}"/>
                </a:ext>
              </a:extLst>
            </p:cNvPr>
            <p:cNvSpPr/>
            <p:nvPr/>
          </p:nvSpPr>
          <p:spPr>
            <a:xfrm>
              <a:off x="11078229" y="2852716"/>
              <a:ext cx="461963" cy="133350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963" h="133350">
                  <a:moveTo>
                    <a:pt x="0" y="0"/>
                  </a:moveTo>
                  <a:lnTo>
                    <a:pt x="161925" y="80963"/>
                  </a:lnTo>
                  <a:lnTo>
                    <a:pt x="271463" y="76200"/>
                  </a:lnTo>
                  <a:lnTo>
                    <a:pt x="400050" y="123825"/>
                  </a:lnTo>
                  <a:lnTo>
                    <a:pt x="461963" y="133350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2BC2D12F-ADCA-4B6A-BB59-CB94601BD574}"/>
                </a:ext>
              </a:extLst>
            </p:cNvPr>
            <p:cNvSpPr/>
            <p:nvPr/>
          </p:nvSpPr>
          <p:spPr>
            <a:xfrm>
              <a:off x="11130617" y="2840809"/>
              <a:ext cx="371476" cy="107157"/>
            </a:xfrm>
            <a:custGeom>
              <a:avLst/>
              <a:gdLst>
                <a:gd name="connsiteX0" fmla="*/ 0 w 461963"/>
                <a:gd name="connsiteY0" fmla="*/ 0 h 133350"/>
                <a:gd name="connsiteX1" fmla="*/ 161925 w 461963"/>
                <a:gd name="connsiteY1" fmla="*/ 80963 h 133350"/>
                <a:gd name="connsiteX2" fmla="*/ 271463 w 461963"/>
                <a:gd name="connsiteY2" fmla="*/ 76200 h 133350"/>
                <a:gd name="connsiteX3" fmla="*/ 400050 w 461963"/>
                <a:gd name="connsiteY3" fmla="*/ 123825 h 133350"/>
                <a:gd name="connsiteX4" fmla="*/ 461963 w 461963"/>
                <a:gd name="connsiteY4" fmla="*/ 133350 h 133350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219076 w 409576"/>
                <a:gd name="connsiteY2" fmla="*/ 21432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47663 w 409576"/>
                <a:gd name="connsiteY3" fmla="*/ 69057 h 78582"/>
                <a:gd name="connsiteX4" fmla="*/ 409576 w 409576"/>
                <a:gd name="connsiteY4" fmla="*/ 78582 h 78582"/>
                <a:gd name="connsiteX0" fmla="*/ 0 w 409576"/>
                <a:gd name="connsiteY0" fmla="*/ 0 h 78582"/>
                <a:gd name="connsiteX1" fmla="*/ 109538 w 409576"/>
                <a:gd name="connsiteY1" fmla="*/ 26195 h 78582"/>
                <a:gd name="connsiteX2" fmla="*/ 169070 w 409576"/>
                <a:gd name="connsiteY2" fmla="*/ 52388 h 78582"/>
                <a:gd name="connsiteX3" fmla="*/ 321469 w 409576"/>
                <a:gd name="connsiteY3" fmla="*/ 73820 h 78582"/>
                <a:gd name="connsiteX4" fmla="*/ 409576 w 409576"/>
                <a:gd name="connsiteY4" fmla="*/ 78582 h 78582"/>
                <a:gd name="connsiteX0" fmla="*/ 0 w 371476"/>
                <a:gd name="connsiteY0" fmla="*/ 0 h 107157"/>
                <a:gd name="connsiteX1" fmla="*/ 109538 w 371476"/>
                <a:gd name="connsiteY1" fmla="*/ 26195 h 107157"/>
                <a:gd name="connsiteX2" fmla="*/ 169070 w 371476"/>
                <a:gd name="connsiteY2" fmla="*/ 52388 h 107157"/>
                <a:gd name="connsiteX3" fmla="*/ 321469 w 371476"/>
                <a:gd name="connsiteY3" fmla="*/ 73820 h 107157"/>
                <a:gd name="connsiteX4" fmla="*/ 371476 w 371476"/>
                <a:gd name="connsiteY4" fmla="*/ 107157 h 10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1476" h="107157">
                  <a:moveTo>
                    <a:pt x="0" y="0"/>
                  </a:moveTo>
                  <a:lnTo>
                    <a:pt x="109538" y="26195"/>
                  </a:lnTo>
                  <a:lnTo>
                    <a:pt x="169070" y="52388"/>
                  </a:lnTo>
                  <a:lnTo>
                    <a:pt x="321469" y="73820"/>
                  </a:lnTo>
                  <a:lnTo>
                    <a:pt x="371476" y="107157"/>
                  </a:lnTo>
                </a:path>
              </a:pathLst>
            </a:custGeom>
            <a:noFill/>
            <a:ln w="2222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05C22A66-4BD6-4A61-8611-EC9AE73ED015}"/>
                </a:ext>
              </a:extLst>
            </p:cNvPr>
            <p:cNvGrpSpPr/>
            <p:nvPr/>
          </p:nvGrpSpPr>
          <p:grpSpPr>
            <a:xfrm rot="14400000">
              <a:off x="11227662" y="2110208"/>
              <a:ext cx="184006" cy="505119"/>
              <a:chOff x="434596" y="6400233"/>
              <a:chExt cx="71115" cy="247061"/>
            </a:xfrm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52A17C83-1F4A-4C18-9E8F-080B62F82E38}"/>
                  </a:ext>
                </a:extLst>
              </p:cNvPr>
              <p:cNvSpPr/>
              <p:nvPr/>
            </p:nvSpPr>
            <p:spPr>
              <a:xfrm>
                <a:off x="466464" y="6400233"/>
                <a:ext cx="8677" cy="211061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9D77A2D2-61FC-450B-8D15-41C6A4C00A48}"/>
                  </a:ext>
                </a:extLst>
              </p:cNvPr>
              <p:cNvSpPr/>
              <p:nvPr/>
            </p:nvSpPr>
            <p:spPr>
              <a:xfrm>
                <a:off x="497034" y="6575294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0B38EF07-DBBD-4BA6-BB52-33AF28E92BEE}"/>
                  </a:ext>
                </a:extLst>
              </p:cNvPr>
              <p:cNvSpPr/>
              <p:nvPr/>
            </p:nvSpPr>
            <p:spPr>
              <a:xfrm>
                <a:off x="434596" y="6509487"/>
                <a:ext cx="8677" cy="72000"/>
              </a:xfrm>
              <a:custGeom>
                <a:avLst/>
                <a:gdLst>
                  <a:gd name="connsiteX0" fmla="*/ 0 w 28914"/>
                  <a:gd name="connsiteY0" fmla="*/ 0 h 809625"/>
                  <a:gd name="connsiteX1" fmla="*/ 9525 w 28914"/>
                  <a:gd name="connsiteY1" fmla="*/ 485775 h 809625"/>
                  <a:gd name="connsiteX2" fmla="*/ 19050 w 28914"/>
                  <a:gd name="connsiteY2" fmla="*/ 714375 h 809625"/>
                  <a:gd name="connsiteX3" fmla="*/ 28575 w 28914"/>
                  <a:gd name="connsiteY3" fmla="*/ 809625 h 809625"/>
                  <a:gd name="connsiteX0" fmla="*/ 0 w 27381"/>
                  <a:gd name="connsiteY0" fmla="*/ 0 h 866775"/>
                  <a:gd name="connsiteX1" fmla="*/ 9525 w 27381"/>
                  <a:gd name="connsiteY1" fmla="*/ 485775 h 866775"/>
                  <a:gd name="connsiteX2" fmla="*/ 19050 w 27381"/>
                  <a:gd name="connsiteY2" fmla="*/ 714375 h 866775"/>
                  <a:gd name="connsiteX3" fmla="*/ 26193 w 27381"/>
                  <a:gd name="connsiteY3" fmla="*/ 866775 h 866775"/>
                  <a:gd name="connsiteX0" fmla="*/ 0 w 26236"/>
                  <a:gd name="connsiteY0" fmla="*/ 0 h 895350"/>
                  <a:gd name="connsiteX1" fmla="*/ 9525 w 26236"/>
                  <a:gd name="connsiteY1" fmla="*/ 485775 h 895350"/>
                  <a:gd name="connsiteX2" fmla="*/ 19050 w 26236"/>
                  <a:gd name="connsiteY2" fmla="*/ 714375 h 895350"/>
                  <a:gd name="connsiteX3" fmla="*/ 23812 w 26236"/>
                  <a:gd name="connsiteY3" fmla="*/ 895350 h 895350"/>
                  <a:gd name="connsiteX0" fmla="*/ 2151 w 24027"/>
                  <a:gd name="connsiteY0" fmla="*/ 0 h 996538"/>
                  <a:gd name="connsiteX1" fmla="*/ 11676 w 24027"/>
                  <a:gd name="connsiteY1" fmla="*/ 485775 h 996538"/>
                  <a:gd name="connsiteX2" fmla="*/ 21201 w 24027"/>
                  <a:gd name="connsiteY2" fmla="*/ 714375 h 996538"/>
                  <a:gd name="connsiteX3" fmla="*/ 0 w 24027"/>
                  <a:gd name="connsiteY3" fmla="*/ 996538 h 996538"/>
                  <a:gd name="connsiteX0" fmla="*/ 2504 w 12035"/>
                  <a:gd name="connsiteY0" fmla="*/ 0 h 996538"/>
                  <a:gd name="connsiteX1" fmla="*/ 12029 w 12035"/>
                  <a:gd name="connsiteY1" fmla="*/ 485775 h 996538"/>
                  <a:gd name="connsiteX2" fmla="*/ 1057 w 12035"/>
                  <a:gd name="connsiteY2" fmla="*/ 680646 h 996538"/>
                  <a:gd name="connsiteX3" fmla="*/ 353 w 12035"/>
                  <a:gd name="connsiteY3" fmla="*/ 996538 h 996538"/>
                  <a:gd name="connsiteX0" fmla="*/ 3822 w 7815"/>
                  <a:gd name="connsiteY0" fmla="*/ 0 h 996538"/>
                  <a:gd name="connsiteX1" fmla="*/ 2415 w 7815"/>
                  <a:gd name="connsiteY1" fmla="*/ 350855 h 996538"/>
                  <a:gd name="connsiteX2" fmla="*/ 2375 w 7815"/>
                  <a:gd name="connsiteY2" fmla="*/ 680646 h 996538"/>
                  <a:gd name="connsiteX3" fmla="*/ 1671 w 7815"/>
                  <a:gd name="connsiteY3" fmla="*/ 996538 h 996538"/>
                  <a:gd name="connsiteX0" fmla="*/ 4891 w 6371"/>
                  <a:gd name="connsiteY0" fmla="*/ 0 h 10000"/>
                  <a:gd name="connsiteX1" fmla="*/ 3090 w 6371"/>
                  <a:gd name="connsiteY1" fmla="*/ 3521 h 10000"/>
                  <a:gd name="connsiteX2" fmla="*/ 3039 w 6371"/>
                  <a:gd name="connsiteY2" fmla="*/ 6830 h 10000"/>
                  <a:gd name="connsiteX3" fmla="*/ 2138 w 6371"/>
                  <a:gd name="connsiteY3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71" h="10000">
                    <a:moveTo>
                      <a:pt x="4891" y="0"/>
                    </a:moveTo>
                    <a:cubicBezTo>
                      <a:pt x="8953" y="1625"/>
                      <a:pt x="3399" y="2382"/>
                      <a:pt x="3090" y="3521"/>
                    </a:cubicBezTo>
                    <a:cubicBezTo>
                      <a:pt x="2782" y="4659"/>
                      <a:pt x="-3675" y="6067"/>
                      <a:pt x="3039" y="6830"/>
                    </a:cubicBezTo>
                    <a:cubicBezTo>
                      <a:pt x="-23" y="8556"/>
                      <a:pt x="2138" y="8178"/>
                      <a:pt x="2138" y="10000"/>
                    </a:cubicBezTo>
                  </a:path>
                </a:pathLst>
              </a:cu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20B0F07-907D-4B57-AF89-636360A0814B}"/>
                </a:ext>
              </a:extLst>
            </p:cNvPr>
            <p:cNvGrpSpPr/>
            <p:nvPr/>
          </p:nvGrpSpPr>
          <p:grpSpPr>
            <a:xfrm>
              <a:off x="1642189" y="896187"/>
              <a:ext cx="138113" cy="138113"/>
              <a:chOff x="1642189" y="715212"/>
              <a:chExt cx="138113" cy="138113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148DE425-6692-429E-BEC3-B43568C559D8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" name="원호 2">
                <a:extLst>
                  <a:ext uri="{FF2B5EF4-FFF2-40B4-BE49-F238E27FC236}">
                    <a16:creationId xmlns:a16="http://schemas.microsoft.com/office/drawing/2014/main" id="{178977BF-A2FD-44C4-9503-C15A735FC3A1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37410E80-F496-45A9-82BE-B71F46A4F907}"/>
                </a:ext>
              </a:extLst>
            </p:cNvPr>
            <p:cNvGrpSpPr/>
            <p:nvPr/>
          </p:nvGrpSpPr>
          <p:grpSpPr>
            <a:xfrm>
              <a:off x="10408748" y="1117210"/>
              <a:ext cx="138113" cy="138113"/>
              <a:chOff x="1642189" y="715212"/>
              <a:chExt cx="138113" cy="138113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01EA608B-1DDA-4437-AFE1-F94F1A067D34}"/>
                  </a:ext>
                </a:extLst>
              </p:cNvPr>
              <p:cNvSpPr/>
              <p:nvPr/>
            </p:nvSpPr>
            <p:spPr>
              <a:xfrm>
                <a:off x="1666293" y="745392"/>
                <a:ext cx="54384" cy="54384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76200" cmpd="dbl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0" name="원호 59">
                <a:extLst>
                  <a:ext uri="{FF2B5EF4-FFF2-40B4-BE49-F238E27FC236}">
                    <a16:creationId xmlns:a16="http://schemas.microsoft.com/office/drawing/2014/main" id="{2AFA24A5-11CC-407A-B81F-67A8C2A75492}"/>
                  </a:ext>
                </a:extLst>
              </p:cNvPr>
              <p:cNvSpPr/>
              <p:nvPr/>
            </p:nvSpPr>
            <p:spPr>
              <a:xfrm>
                <a:off x="1642189" y="715212"/>
                <a:ext cx="138113" cy="138113"/>
              </a:xfrm>
              <a:prstGeom prst="arc">
                <a:avLst>
                  <a:gd name="adj1" fmla="val 21013046"/>
                  <a:gd name="adj2" fmla="val 4636547"/>
                </a:avLst>
              </a:prstGeom>
              <a:ln w="1905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FB5B866-B526-264A-A3D2-221878E50A5A}"/>
              </a:ext>
            </a:extLst>
          </p:cNvPr>
          <p:cNvSpPr txBox="1"/>
          <p:nvPr/>
        </p:nvSpPr>
        <p:spPr>
          <a:xfrm>
            <a:off x="1381179" y="511062"/>
            <a:ext cx="8965068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i="1" kern="0" dirty="0"/>
          </a:p>
          <a:p>
            <a:endParaRPr lang="en-US" altLang="ko-KR" b="1" i="1" kern="0" dirty="0"/>
          </a:p>
          <a:p>
            <a:endParaRPr lang="en-US" altLang="ko-KR" b="1" i="1" kern="0" dirty="0"/>
          </a:p>
          <a:p>
            <a:r>
              <a:rPr lang="en-US" altLang="ko-KR" b="1" i="1" kern="0" dirty="0"/>
              <a:t>4-4.</a:t>
            </a:r>
            <a:r>
              <a:rPr lang="ko-KR" altLang="en-US" b="1" i="1" kern="0" dirty="0"/>
              <a:t> 모델 설명</a:t>
            </a:r>
            <a:r>
              <a:rPr lang="en-US" altLang="ko-KR" b="1" i="1" kern="0" dirty="0"/>
              <a:t> (</a:t>
            </a:r>
            <a:r>
              <a:rPr lang="ko-KR" altLang="en-US" b="1" i="1" kern="0" dirty="0"/>
              <a:t>코드</a:t>
            </a:r>
            <a:r>
              <a:rPr lang="en-US" altLang="ko-KR" b="1" i="1" kern="0" dirty="0"/>
              <a:t>)</a:t>
            </a:r>
          </a:p>
          <a:p>
            <a:endParaRPr lang="en-US" altLang="ko-KR" b="1" i="1" kern="0" dirty="0"/>
          </a:p>
          <a:p>
            <a:pPr fontAlgn="base"/>
            <a:endParaRPr lang="en-US" altLang="ko-KR" dirty="0"/>
          </a:p>
          <a:p>
            <a:pPr fontAlgn="base"/>
            <a:r>
              <a:rPr lang="en-US" altLang="ko-Kore-KR" sz="1400" dirty="0"/>
              <a:t>		</a:t>
            </a:r>
            <a:endParaRPr lang="en-US" altLang="ko-KR" i="1" kern="0" dirty="0"/>
          </a:p>
          <a:p>
            <a:r>
              <a:rPr lang="en-US" altLang="ko-KR" b="1" i="1" kern="0" dirty="0"/>
              <a:t> </a:t>
            </a:r>
            <a:endParaRPr lang="en-US" altLang="ko-KR" b="1" i="1" kern="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endParaRPr kumimoji="1" lang="ko-Kore-KR" altLang="en-US" dirty="0"/>
          </a:p>
        </p:txBody>
      </p:sp>
      <p:pic>
        <p:nvPicPr>
          <p:cNvPr id="21" name="그림 20" descr="텍스트이(가) 표시된 사진&#10;&#10;자동 생성된 설명">
            <a:extLst>
              <a:ext uri="{FF2B5EF4-FFF2-40B4-BE49-F238E27FC236}">
                <a16:creationId xmlns:a16="http://schemas.microsoft.com/office/drawing/2014/main" id="{B4E26790-6D4E-7D4C-BF36-AE6685057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740" y="1835181"/>
            <a:ext cx="6553200" cy="12573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FA02E6B-1D2E-0F47-9191-0AC532A24009}"/>
              </a:ext>
            </a:extLst>
          </p:cNvPr>
          <p:cNvSpPr txBox="1"/>
          <p:nvPr/>
        </p:nvSpPr>
        <p:spPr>
          <a:xfrm>
            <a:off x="1457740" y="3121572"/>
            <a:ext cx="5642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완전히 새로운 데이터</a:t>
            </a:r>
            <a:r>
              <a:rPr kumimoji="1" lang="en-US" altLang="ko-KR" dirty="0"/>
              <a:t> </a:t>
            </a:r>
            <a:r>
              <a:rPr kumimoji="1" lang="ko-KR" altLang="en-US" dirty="0"/>
              <a:t>입력 후 예측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134551417"/>
      </p:ext>
    </p:extLst>
  </p:cSld>
  <p:clrMapOvr>
    <a:masterClrMapping/>
  </p:clrMapOvr>
</p:sld>
</file>

<file path=ppt/theme/theme1.xml><?xml version="1.0" encoding="utf-8"?>
<a:theme xmlns:a="http://schemas.openxmlformats.org/drawingml/2006/main" name="3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239</Words>
  <Application>Microsoft Macintosh PowerPoint</Application>
  <PresentationFormat>와이드스크린</PresentationFormat>
  <Paragraphs>77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31_Office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박 서영</cp:lastModifiedBy>
  <cp:revision>6</cp:revision>
  <dcterms:created xsi:type="dcterms:W3CDTF">2021-11-16T03:39:52Z</dcterms:created>
  <dcterms:modified xsi:type="dcterms:W3CDTF">2021-12-03T07:34:29Z</dcterms:modified>
</cp:coreProperties>
</file>